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68fc17726545f3" /><Relationship Type="http://schemas.openxmlformats.org/officeDocument/2006/relationships/extended-properties" Target="/docProps/app.xml" Id="Ra31dfbf4fa344936" /><Relationship Type="http://schemas.openxmlformats.org/officeDocument/2006/relationships/officeDocument" Target="/ppt/presentation.xml" Id="Rca795df982e54c19" /></Relationships>
</file>

<file path=ppt/presentation.xml><?xml version="1.0" encoding="utf-8"?>
<p:presentation xmlns:p="http://schemas.openxmlformats.org/presentationml/2006/main">
  <p:sldMasterIdLst>
    <p:sldMasterId xmlns:r="http://schemas.openxmlformats.org/officeDocument/2006/relationships" id="2147483648" r:id="R8d4dab61c23b4df9"/>
  </p:sldMasterIdLst>
  <p:notesMasterIdLst>
    <p:notesMasterId xmlns:r="http://schemas.openxmlformats.org/officeDocument/2006/relationships" r:id="R49529a1ce47946ea"/>
  </p:notesMasterIdLst>
  <p:sldIdLst>
    <p:sldId xmlns:r="http://schemas.openxmlformats.org/officeDocument/2006/relationships" id="256" r:id="R048f79e2b17f48d2"/>
    <p:sldId xmlns:r="http://schemas.openxmlformats.org/officeDocument/2006/relationships" id="257" r:id="Rc5c3a1fe874a4188"/>
    <p:sldId xmlns:r="http://schemas.openxmlformats.org/officeDocument/2006/relationships" id="258" r:id="R6510128c7bfd42d8"/>
    <p:sldId xmlns:r="http://schemas.openxmlformats.org/officeDocument/2006/relationships" id="259" r:id="R60c69d9856114de0"/>
    <p:sldId xmlns:r="http://schemas.openxmlformats.org/officeDocument/2006/relationships" id="260" r:id="Ra5595636ff0941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1b387a7eff473b" /><Relationship Type="http://schemas.openxmlformats.org/officeDocument/2006/relationships/slideMaster" Target="/ppt/slideMasters/slideMaster1.xml" Id="R8d4dab61c23b4df9" /><Relationship Type="http://schemas.openxmlformats.org/officeDocument/2006/relationships/notesMaster" Target="/ppt/notesMasters/notesMaster1.xml" Id="R49529a1ce47946ea" /><Relationship Type="http://schemas.openxmlformats.org/officeDocument/2006/relationships/presProps" Target="/ppt/presProps.xml" Id="Rc9c1741403cb498d" /><Relationship Type="http://schemas.openxmlformats.org/officeDocument/2006/relationships/tableStyles" Target="/ppt/tableStyles.xml" Id="R10157024ebb74d55" /><Relationship Type="http://schemas.openxmlformats.org/officeDocument/2006/relationships/slide" Target="/ppt/slides/slide1.xml" Id="R048f79e2b17f48d2" /><Relationship Type="http://schemas.openxmlformats.org/officeDocument/2006/relationships/slide" Target="/ppt/slides/slide2.xml" Id="Rc5c3a1fe874a4188" /><Relationship Type="http://schemas.openxmlformats.org/officeDocument/2006/relationships/slide" Target="/ppt/slides/slide3.xml" Id="R6510128c7bfd42d8" /><Relationship Type="http://schemas.openxmlformats.org/officeDocument/2006/relationships/slide" Target="/ppt/slides/slide4.xml" Id="R60c69d9856114de0" /><Relationship Type="http://schemas.openxmlformats.org/officeDocument/2006/relationships/slide" Target="/ppt/slides/slide5.xml" Id="Ra5595636ff0941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7bdf4a0cd14c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b84f1b9c214799" /><Relationship Type="http://schemas.openxmlformats.org/officeDocument/2006/relationships/notesMaster" Target="/ppt/notesMasters/notesMaster1.xml" Id="R51a5e0ce844741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e55c07a4f4422d" /><Relationship Type="http://schemas.openxmlformats.org/officeDocument/2006/relationships/notesMaster" Target="/ppt/notesMasters/notesMaster1.xml" Id="R389766cd4bf24a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fdc4bfbb5a45a6" /><Relationship Type="http://schemas.openxmlformats.org/officeDocument/2006/relationships/notesMaster" Target="/ppt/notesMasters/notesMaster1.xml" Id="Rbb2395eb8e5148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5cb7dc40fe4768" /><Relationship Type="http://schemas.openxmlformats.org/officeDocument/2006/relationships/notesMaster" Target="/ppt/notesMasters/notesMaster1.xml" Id="Ra362779b60e944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88e8a766834fcc" /><Relationship Type="http://schemas.openxmlformats.org/officeDocument/2006/relationships/notesMaster" Target="/ppt/notesMasters/notesMaster1.xml" Id="R1dea6c41e27c45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“Industrial systems produce a lot of sensor data. When a signal changes, a red flag alone does not tell an operator what it means. Argus Echo combines anomaly detection, document search, and a voice assistant to help make that signal easier to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learns a baseline from normal telemetry and flags readings that differ. The score describes a deviation. It does not prove a fault or a cyberattack. This demo uses the simulated BATADAL C-Town water network. Its public references explain the benchmark, not how to operate real equipment.”</a:t>
            </a:r>
          </a:p>
          <a:p xmlns:a="http://schemas.openxmlformats.org/drawingml/2006/main">
            <a:r>
              <a:t/>
            </a:r>
          </a:p>
          <a:p xmlns:a="http://schemas.openxmlformats.org/drawingml/2006/main">
            <a:r>
              <a:t>Source context: BATADAL official data page https://www.batadal.net/data.html and FAQ https://www.batadal.net/faq.html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an LSTM autoencoder. Diagnostics compare new telemetry with the learned baseline and show the strongest sensor residuals. Echo searches indexed reference text for matching terms, then Groq drafts a sourced explanation. The retrieval score reflects term overlap, not answer correctness. Bolna adds voice, passing the question and event context to Argus and speaking its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 train on normal BATADAL telemetry. Argus saves the model and its scoring settings. Now I’ll check a separate telemetry file. The result shows the sensor, row, reconstruction error, and strongest contributing signals. It measures deviation from the baseline, not a confirmed diagnosis. I’ll ask Echo, ‘What does S V two represent in the BATADAL benchmark?’ It searches the indexed references, explains the simulated sensor tag, and shows its source. Now I’ll ask the same question through Bolna. VoiceOps sends the question and event context to Argus, then reads the answer. I’ll also ask what action to take on the simulated valve. Since there is no approved procedure for it, Argus should state that limit and escalate for human review rather than invent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connects a learned telemetry baseline with retrieved evidence and voice. It helps operators inspect a deviation while keeping uncertainty visible. This prototype uses simulated data. It does not control equipment or replace site procedures. The next step is evaluation with labeled data and approved procedures for a defined facility.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9c71d9815749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7b513d5b5e43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2d408e676f45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67741538284c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69faf7794b41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83cc2486cf4b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F8E65B-F5AD-4E89-AA59-441D7B1C451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084B16B-B697-43B0-8416-F6FD4AE74D0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8B651E-090E-4508-8311-4A45D2AA91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45529A-A399-472B-BEF6-32076E616F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12819F-7E39-41CD-AB97-1BC2797820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04B8562-5B03-4BE3-BE13-A0B29104CC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E09DED-DE65-4CAB-8EA8-D87BE83F0E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60B79C-C1EA-4504-AA21-FC06ADD30D9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DD15B6-1676-4314-A250-3658A3E7BD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89220D-887A-4EEA-9D13-2A622B1DE2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739d6e227a43f0" /><Relationship Type="http://schemas.openxmlformats.org/officeDocument/2006/relationships/slideLayout" Target="/ppt/slideLayouts/slideLayout1.xml" Id="Rf4f11760c3804145" /><Relationship Type="http://schemas.openxmlformats.org/officeDocument/2006/relationships/slideLayout" Target="/ppt/slideLayouts/slideLayout2.xml" Id="R61cd9022820a4632" /><Relationship Type="http://schemas.openxmlformats.org/officeDocument/2006/relationships/slideLayout" Target="/ppt/slideLayouts/slideLayout3.xml" Id="Rc914702ea285426b" /><Relationship Type="http://schemas.openxmlformats.org/officeDocument/2006/relationships/slideLayout" Target="/ppt/slideLayouts/slideLayout4.xml" Id="Rc5e8831c5cff4a41" /><Relationship Type="http://schemas.openxmlformats.org/officeDocument/2006/relationships/slideLayout" Target="/ppt/slideLayouts/slideLayout5.xml" Id="R63d893ef99294462" /><Relationship Type="http://schemas.openxmlformats.org/officeDocument/2006/relationships/slideLayout" Target="/ppt/slideLayouts/slideLayout6.xml" Id="R4e8ce3258f5247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f11760c3804145"/>
    <p:sldLayoutId xmlns:r="http://schemas.openxmlformats.org/officeDocument/2006/relationships" id="2147483650" r:id="R61cd9022820a4632"/>
    <p:sldLayoutId xmlns:r="http://schemas.openxmlformats.org/officeDocument/2006/relationships" id="2147483651" r:id="Rc914702ea285426b"/>
    <p:sldLayoutId xmlns:r="http://schemas.openxmlformats.org/officeDocument/2006/relationships" id="2147483652" r:id="Rc5e8831c5cff4a41"/>
    <p:sldLayoutId xmlns:r="http://schemas.openxmlformats.org/officeDocument/2006/relationships" id="2147483653" r:id="R63d893ef99294462"/>
    <p:sldLayoutId xmlns:r="http://schemas.openxmlformats.org/officeDocument/2006/relationships" id="2147483654" r:id="R4e8ce3258f5247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41853e55e94dea" /><Relationship Type="http://schemas.openxmlformats.org/officeDocument/2006/relationships/notesSlide" Target="/ppt/notesSlides/notesSlide1.xml" Id="R9eef901cb6454e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73a3caf1844782" /><Relationship Type="http://schemas.openxmlformats.org/officeDocument/2006/relationships/notesSlide" Target="/ppt/notesSlides/notesSlide2.xml" Id="Rb0668c5dbac54a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3a6764f874341f8" /><Relationship Type="http://schemas.openxmlformats.org/officeDocument/2006/relationships/notesSlide" Target="/ppt/notesSlides/notesSlide3.xml" Id="Re7bf03049eb344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f538ed59aa4452" /><Relationship Type="http://schemas.openxmlformats.org/officeDocument/2006/relationships/notesSlide" Target="/ppt/notesSlides/notesSlide4.xml" Id="R6cfd8d57fbe547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1d2e5a23054e7d" /><Relationship Type="http://schemas.openxmlformats.org/officeDocument/2006/relationships/notesSlide" Target="/ppt/notesSlides/notesSlide5.xml" Id="R6a38c06f4d6546af" /></Relationships>
</file>

<file path=ppt/slides/slide1.xml><?xml version="1.0" encoding="utf-8"?>
<p:sld xmlns:p="http://schemas.openxmlformats.org/presentationml/2006/main">
  <p:cSld>
    <p:bg>
      <p:bgPr>
        <a:solidFill xmlns:a="http://schemas.openxmlformats.org/drawingml/2006/main">
          <a:srgbClr val="0B11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9FB21A-E954-4B5F-AA8B-17C7026141D8}"/>
              </a:ext>
            </a:extLst>
          </p:cNvPr>
          <p:cNvSpPr>
            <a:spLocks xmlns:a="http://schemas.openxmlformats.org/drawingml/2006/main" noGrp="1"/>
          </p:cNvSpPr>
          <p:nvPr/>
        </p:nvSpPr>
        <p:spPr>
          <a:xfrm xmlns:a="http://schemas.openxmlformats.org/drawingml/2006/main">
            <a:off x="781050" y="1066800"/>
            <a:ext cx="628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78D989"/>
                </a:solidFill>
                <a:latin typeface="Arial"/>
                <a:ea typeface="Arial"/>
                <a:cs typeface="Arial"/>
              </a:defRPr>
            </a:defPPr>
            <a:lvl1pPr>
              <a:defRPr sz="1200" b="1">
                <a:solidFill>
                  <a:srgbClr val="78D989"/>
                </a:solidFill>
                <a:latin typeface="Arial"/>
                <a:ea typeface="Arial"/>
                <a:cs typeface="Arial"/>
              </a:defRPr>
            </a:lvl1pPr>
            <a:lvl2pPr>
              <a:defRPr sz="1200" b="1">
                <a:solidFill>
                  <a:srgbClr val="78D989"/>
                </a:solidFill>
                <a:latin typeface="Arial"/>
                <a:ea typeface="Arial"/>
                <a:cs typeface="Arial"/>
              </a:defRPr>
            </a:lvl2pPr>
            <a:lvl3pPr>
              <a:defRPr sz="1200" b="1">
                <a:solidFill>
                  <a:srgbClr val="78D989"/>
                </a:solidFill>
                <a:latin typeface="Arial"/>
                <a:ea typeface="Arial"/>
                <a:cs typeface="Arial"/>
              </a:defRPr>
            </a:lvl3pPr>
            <a:lvl4pPr>
              <a:defRPr sz="1200" b="1">
                <a:solidFill>
                  <a:srgbClr val="78D989"/>
                </a:solidFill>
                <a:latin typeface="Arial"/>
                <a:ea typeface="Arial"/>
                <a:cs typeface="Arial"/>
              </a:defRPr>
            </a:lvl4pPr>
            <a:lvl5pPr>
              <a:defRPr sz="1200" b="1">
                <a:solidFill>
                  <a:srgbClr val="78D989"/>
                </a:solidFill>
                <a:latin typeface="Arial"/>
                <a:ea typeface="Arial"/>
                <a:cs typeface="Arial"/>
              </a:defRPr>
            </a:lvl5pPr>
            <a:lvl6pPr>
              <a:defRPr sz="1200" b="1">
                <a:solidFill>
                  <a:srgbClr val="78D989"/>
                </a:solidFill>
                <a:latin typeface="Arial"/>
                <a:ea typeface="Arial"/>
                <a:cs typeface="Arial"/>
              </a:defRPr>
            </a:lvl6pPr>
            <a:lvl7pPr>
              <a:defRPr sz="1200" b="1">
                <a:solidFill>
                  <a:srgbClr val="78D989"/>
                </a:solidFill>
                <a:latin typeface="Arial"/>
                <a:ea typeface="Arial"/>
                <a:cs typeface="Arial"/>
              </a:defRPr>
            </a:lvl7pPr>
            <a:lvl8pPr>
              <a:defRPr sz="1200" b="1">
                <a:solidFill>
                  <a:srgbClr val="78D989"/>
                </a:solidFill>
                <a:latin typeface="Arial"/>
                <a:ea typeface="Arial"/>
                <a:cs typeface="Arial"/>
              </a:defRPr>
            </a:lvl8pPr>
            <a:lvl9pPr>
              <a:defRPr sz="1200" b="1">
                <a:solidFill>
                  <a:srgbClr val="78D989"/>
                </a:solidFill>
                <a:latin typeface="Arial"/>
                <a:ea typeface="Arial"/>
                <a:cs typeface="Arial"/>
              </a:defRPr>
            </a:lvl9pPr>
          </a:lstStyle>
          <a:p xmlns:a="http://schemas.openxmlformats.org/drawingml/2006/main">
            <a:pPr>
              <a:defRPr sz="1200" b="1">
                <a:solidFill>
                  <a:srgbClr val="78D989"/>
                </a:solidFill>
                <a:latin typeface="Arial"/>
                <a:ea typeface="Arial"/>
                <a:cs typeface="Arial"/>
              </a:defRPr>
            </a:pPr>
            <a:r>
              <a:rPr sz="1200" b="1">
                <a:solidFill>
                  <a:srgbClr val="78D989"/>
                </a:solidFill>
                <a:latin typeface="Arial"/>
                <a:ea typeface="Arial"/>
                <a:cs typeface="Arial"/>
              </a:rPr>
              <a:t>INDUSTRIAL DECISION SUPPORT</a:t>
            </a:r>
          </a:p>
        </p:txBody>
      </p:sp>
      <p:sp>
        <p:nvSpPr>
          <p:cNvPr id="2" name="">
            <a:extLst xmlns:a="http://schemas.openxmlformats.org/drawingml/2006/main">
              <a:ext uri="{FF2B5EF4-FFF2-40B4-BE49-F238E27FC236}">
                <a16:creationId xmlns:a16="http://schemas.microsoft.com/office/drawing/2014/main" id="{FF28F81D-F160-4BA4-A3F7-D39AA2C33860}"/>
              </a:ext>
            </a:extLst>
          </p:cNvPr>
          <p:cNvSpPr>
            <a:spLocks xmlns:a="http://schemas.openxmlformats.org/drawingml/2006/main" noGrp="1"/>
          </p:cNvSpPr>
          <p:nvPr/>
        </p:nvSpPr>
        <p:spPr>
          <a:xfrm xmlns:a="http://schemas.openxmlformats.org/drawingml/2006/main">
            <a:off x="742950" y="1828800"/>
            <a:ext cx="10096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6150" b="1">
                <a:solidFill>
                  <a:srgbClr val="F3F6F8"/>
                </a:solidFill>
                <a:latin typeface="Arial"/>
                <a:ea typeface="Arial"/>
                <a:cs typeface="Arial"/>
              </a:defRPr>
            </a:defPPr>
            <a:lvl1pPr>
              <a:defRPr sz="6150" b="1">
                <a:solidFill>
                  <a:srgbClr val="F3F6F8"/>
                </a:solidFill>
                <a:latin typeface="Arial"/>
                <a:ea typeface="Arial"/>
                <a:cs typeface="Arial"/>
              </a:defRPr>
            </a:lvl1pPr>
            <a:lvl2pPr>
              <a:defRPr sz="6150" b="1">
                <a:solidFill>
                  <a:srgbClr val="F3F6F8"/>
                </a:solidFill>
                <a:latin typeface="Arial"/>
                <a:ea typeface="Arial"/>
                <a:cs typeface="Arial"/>
              </a:defRPr>
            </a:lvl2pPr>
            <a:lvl3pPr>
              <a:defRPr sz="6150" b="1">
                <a:solidFill>
                  <a:srgbClr val="F3F6F8"/>
                </a:solidFill>
                <a:latin typeface="Arial"/>
                <a:ea typeface="Arial"/>
                <a:cs typeface="Arial"/>
              </a:defRPr>
            </a:lvl3pPr>
            <a:lvl4pPr>
              <a:defRPr sz="6150" b="1">
                <a:solidFill>
                  <a:srgbClr val="F3F6F8"/>
                </a:solidFill>
                <a:latin typeface="Arial"/>
                <a:ea typeface="Arial"/>
                <a:cs typeface="Arial"/>
              </a:defRPr>
            </a:lvl4pPr>
            <a:lvl5pPr>
              <a:defRPr sz="6150" b="1">
                <a:solidFill>
                  <a:srgbClr val="F3F6F8"/>
                </a:solidFill>
                <a:latin typeface="Arial"/>
                <a:ea typeface="Arial"/>
                <a:cs typeface="Arial"/>
              </a:defRPr>
            </a:lvl5pPr>
            <a:lvl6pPr>
              <a:defRPr sz="6150" b="1">
                <a:solidFill>
                  <a:srgbClr val="F3F6F8"/>
                </a:solidFill>
                <a:latin typeface="Arial"/>
                <a:ea typeface="Arial"/>
                <a:cs typeface="Arial"/>
              </a:defRPr>
            </a:lvl6pPr>
            <a:lvl7pPr>
              <a:defRPr sz="6150" b="1">
                <a:solidFill>
                  <a:srgbClr val="F3F6F8"/>
                </a:solidFill>
                <a:latin typeface="Arial"/>
                <a:ea typeface="Arial"/>
                <a:cs typeface="Arial"/>
              </a:defRPr>
            </a:lvl7pPr>
            <a:lvl8pPr>
              <a:defRPr sz="6150" b="1">
                <a:solidFill>
                  <a:srgbClr val="F3F6F8"/>
                </a:solidFill>
                <a:latin typeface="Arial"/>
                <a:ea typeface="Arial"/>
                <a:cs typeface="Arial"/>
              </a:defRPr>
            </a:lvl8pPr>
            <a:lvl9pPr>
              <a:defRPr sz="6150" b="1">
                <a:solidFill>
                  <a:srgbClr val="F3F6F8"/>
                </a:solidFill>
                <a:latin typeface="Arial"/>
                <a:ea typeface="Arial"/>
                <a:cs typeface="Arial"/>
              </a:defRPr>
            </a:lvl9pPr>
          </a:lstStyle>
          <a:p xmlns:a="http://schemas.openxmlformats.org/drawingml/2006/main">
            <a:pPr>
              <a:defRPr sz="6150" b="1">
                <a:solidFill>
                  <a:srgbClr val="F3F6F8"/>
                </a:solidFill>
                <a:latin typeface="Arial"/>
                <a:ea typeface="Arial"/>
                <a:cs typeface="Arial"/>
              </a:defRPr>
            </a:pPr>
            <a:r>
              <a:rPr sz="6150" b="1">
                <a:solidFill>
                  <a:srgbClr val="F3F6F8"/>
                </a:solidFill>
                <a:latin typeface="Arial"/>
                <a:ea typeface="Arial"/>
                <a:cs typeface="Arial"/>
              </a:rPr>
              <a:t>Argus Echo</a:t>
            </a:r>
          </a:p>
        </p:txBody>
      </p:sp>
      <p:sp>
        <p:nvSpPr>
          <p:cNvPr id="3" name="">
            <a:extLst xmlns:a="http://schemas.openxmlformats.org/drawingml/2006/main">
              <a:ext uri="{FF2B5EF4-FFF2-40B4-BE49-F238E27FC236}">
                <a16:creationId xmlns:a16="http://schemas.microsoft.com/office/drawing/2014/main" id="{FF393CD3-4D6E-4391-8E83-EEBD85C134A3}"/>
              </a:ext>
            </a:extLst>
          </p:cNvPr>
          <p:cNvSpPr>
            <a:spLocks xmlns:a="http://schemas.openxmlformats.org/drawingml/2006/main" noGrp="1"/>
          </p:cNvSpPr>
          <p:nvPr/>
        </p:nvSpPr>
        <p:spPr>
          <a:xfrm xmlns:a="http://schemas.openxmlformats.org/drawingml/2006/main">
            <a:off x="800100" y="3067050"/>
            <a:ext cx="9429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0">
                <a:solidFill>
                  <a:srgbClr val="A8B5C1"/>
                </a:solidFill>
                <a:latin typeface="Arial"/>
                <a:ea typeface="Arial"/>
                <a:cs typeface="Arial"/>
              </a:defRPr>
            </a:defPPr>
            <a:lvl1pPr>
              <a:defRPr sz="2400" b="0">
                <a:solidFill>
                  <a:srgbClr val="A8B5C1"/>
                </a:solidFill>
                <a:latin typeface="Arial"/>
                <a:ea typeface="Arial"/>
                <a:cs typeface="Arial"/>
              </a:defRPr>
            </a:lvl1pPr>
            <a:lvl2pPr>
              <a:defRPr sz="2400" b="0">
                <a:solidFill>
                  <a:srgbClr val="A8B5C1"/>
                </a:solidFill>
                <a:latin typeface="Arial"/>
                <a:ea typeface="Arial"/>
                <a:cs typeface="Arial"/>
              </a:defRPr>
            </a:lvl2pPr>
            <a:lvl3pPr>
              <a:defRPr sz="2400" b="0">
                <a:solidFill>
                  <a:srgbClr val="A8B5C1"/>
                </a:solidFill>
                <a:latin typeface="Arial"/>
                <a:ea typeface="Arial"/>
                <a:cs typeface="Arial"/>
              </a:defRPr>
            </a:lvl3pPr>
            <a:lvl4pPr>
              <a:defRPr sz="2400" b="0">
                <a:solidFill>
                  <a:srgbClr val="A8B5C1"/>
                </a:solidFill>
                <a:latin typeface="Arial"/>
                <a:ea typeface="Arial"/>
                <a:cs typeface="Arial"/>
              </a:defRPr>
            </a:lvl4pPr>
            <a:lvl5pPr>
              <a:defRPr sz="2400" b="0">
                <a:solidFill>
                  <a:srgbClr val="A8B5C1"/>
                </a:solidFill>
                <a:latin typeface="Arial"/>
                <a:ea typeface="Arial"/>
                <a:cs typeface="Arial"/>
              </a:defRPr>
            </a:lvl5pPr>
            <a:lvl6pPr>
              <a:defRPr sz="2400" b="0">
                <a:solidFill>
                  <a:srgbClr val="A8B5C1"/>
                </a:solidFill>
                <a:latin typeface="Arial"/>
                <a:ea typeface="Arial"/>
                <a:cs typeface="Arial"/>
              </a:defRPr>
            </a:lvl6pPr>
            <a:lvl7pPr>
              <a:defRPr sz="2400" b="0">
                <a:solidFill>
                  <a:srgbClr val="A8B5C1"/>
                </a:solidFill>
                <a:latin typeface="Arial"/>
                <a:ea typeface="Arial"/>
                <a:cs typeface="Arial"/>
              </a:defRPr>
            </a:lvl7pPr>
            <a:lvl8pPr>
              <a:defRPr sz="2400" b="0">
                <a:solidFill>
                  <a:srgbClr val="A8B5C1"/>
                </a:solidFill>
                <a:latin typeface="Arial"/>
                <a:ea typeface="Arial"/>
                <a:cs typeface="Arial"/>
              </a:defRPr>
            </a:lvl8pPr>
            <a:lvl9pPr>
              <a:defRPr sz="2400" b="0">
                <a:solidFill>
                  <a:srgbClr val="A8B5C1"/>
                </a:solidFill>
                <a:latin typeface="Arial"/>
                <a:ea typeface="Arial"/>
                <a:cs typeface="Arial"/>
              </a:defRPr>
            </a:lvl9pPr>
          </a:lstStyle>
          <a:p xmlns:a="http://schemas.openxmlformats.org/drawingml/2006/main">
            <a:pPr>
              <a:defRPr sz="2400" b="0">
                <a:solidFill>
                  <a:srgbClr val="A8B5C1"/>
                </a:solidFill>
                <a:latin typeface="Arial"/>
                <a:ea typeface="Arial"/>
                <a:cs typeface="Arial"/>
              </a:defRPr>
            </a:pPr>
            <a:r>
              <a:rPr sz="2400" b="0">
                <a:solidFill>
                  <a:srgbClr val="A8B5C1"/>
                </a:solidFill>
                <a:latin typeface="Arial"/>
                <a:ea typeface="Arial"/>
                <a:cs typeface="Arial"/>
              </a:rPr>
              <a:t>Anomaly detection, grounded guidance, and a voice interface for operators</a:t>
            </a:r>
          </a:p>
        </p:txBody>
      </p:sp>
      <p:sp>
        <p:nvSpPr>
          <p:cNvPr id="4" name="">
            <a:extLst xmlns:a="http://schemas.openxmlformats.org/drawingml/2006/main">
              <a:ext uri="{FF2B5EF4-FFF2-40B4-BE49-F238E27FC236}">
                <a16:creationId xmlns:a16="http://schemas.microsoft.com/office/drawing/2014/main" id="{36031E77-EB9A-4A66-BA2A-80D4E015F152}"/>
              </a:ext>
            </a:extLst>
          </p:cNvPr>
          <p:cNvSpPr>
            <a:spLocks xmlns:a="http://schemas.openxmlformats.org/drawingml/2006/main" noGrp="1"/>
          </p:cNvSpPr>
          <p:nvPr/>
        </p:nvSpPr>
        <p:spPr>
          <a:xfrm xmlns:a="http://schemas.openxmlformats.org/drawingml/2006/main">
            <a:off x="800100" y="53530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66D6D1"/>
                </a:solidFill>
                <a:latin typeface="Arial"/>
                <a:ea typeface="Arial"/>
                <a:cs typeface="Arial"/>
              </a:defRPr>
            </a:defPPr>
            <a:lvl1pPr>
              <a:defRPr sz="1350" b="1">
                <a:solidFill>
                  <a:srgbClr val="66D6D1"/>
                </a:solidFill>
                <a:latin typeface="Arial"/>
                <a:ea typeface="Arial"/>
                <a:cs typeface="Arial"/>
              </a:defRPr>
            </a:lvl1pPr>
            <a:lvl2pPr>
              <a:defRPr sz="1350" b="1">
                <a:solidFill>
                  <a:srgbClr val="66D6D1"/>
                </a:solidFill>
                <a:latin typeface="Arial"/>
                <a:ea typeface="Arial"/>
                <a:cs typeface="Arial"/>
              </a:defRPr>
            </a:lvl2pPr>
            <a:lvl3pPr>
              <a:defRPr sz="1350" b="1">
                <a:solidFill>
                  <a:srgbClr val="66D6D1"/>
                </a:solidFill>
                <a:latin typeface="Arial"/>
                <a:ea typeface="Arial"/>
                <a:cs typeface="Arial"/>
              </a:defRPr>
            </a:lvl3pPr>
            <a:lvl4pPr>
              <a:defRPr sz="1350" b="1">
                <a:solidFill>
                  <a:srgbClr val="66D6D1"/>
                </a:solidFill>
                <a:latin typeface="Arial"/>
                <a:ea typeface="Arial"/>
                <a:cs typeface="Arial"/>
              </a:defRPr>
            </a:lvl4pPr>
            <a:lvl5pPr>
              <a:defRPr sz="1350" b="1">
                <a:solidFill>
                  <a:srgbClr val="66D6D1"/>
                </a:solidFill>
                <a:latin typeface="Arial"/>
                <a:ea typeface="Arial"/>
                <a:cs typeface="Arial"/>
              </a:defRPr>
            </a:lvl5pPr>
            <a:lvl6pPr>
              <a:defRPr sz="1350" b="1">
                <a:solidFill>
                  <a:srgbClr val="66D6D1"/>
                </a:solidFill>
                <a:latin typeface="Arial"/>
                <a:ea typeface="Arial"/>
                <a:cs typeface="Arial"/>
              </a:defRPr>
            </a:lvl6pPr>
            <a:lvl7pPr>
              <a:defRPr sz="1350" b="1">
                <a:solidFill>
                  <a:srgbClr val="66D6D1"/>
                </a:solidFill>
                <a:latin typeface="Arial"/>
                <a:ea typeface="Arial"/>
                <a:cs typeface="Arial"/>
              </a:defRPr>
            </a:lvl7pPr>
            <a:lvl8pPr>
              <a:defRPr sz="1350" b="1">
                <a:solidFill>
                  <a:srgbClr val="66D6D1"/>
                </a:solidFill>
                <a:latin typeface="Arial"/>
                <a:ea typeface="Arial"/>
                <a:cs typeface="Arial"/>
              </a:defRPr>
            </a:lvl8pPr>
            <a:lvl9pPr>
              <a:defRPr sz="1350" b="1">
                <a:solidFill>
                  <a:srgbClr val="66D6D1"/>
                </a:solidFill>
                <a:latin typeface="Arial"/>
                <a:ea typeface="Arial"/>
                <a:cs typeface="Arial"/>
              </a:defRPr>
            </a:lvl9pPr>
          </a:lstStyle>
          <a:p xmlns:a="http://schemas.openxmlformats.org/drawingml/2006/main">
            <a:pPr>
              <a:defRPr sz="1350" b="1">
                <a:solidFill>
                  <a:srgbClr val="66D6D1"/>
                </a:solidFill>
                <a:latin typeface="Arial"/>
                <a:ea typeface="Arial"/>
                <a:cs typeface="Arial"/>
              </a:defRPr>
            </a:pPr>
            <a:r>
              <a:rPr sz="1350" b="1">
                <a:solidFill>
                  <a:srgbClr val="66D6D1"/>
                </a:solidFill>
                <a:latin typeface="Arial"/>
                <a:ea typeface="Arial"/>
                <a:cs typeface="Arial"/>
              </a:rPr>
              <a:t>BATADAL C-Town benchmark</a:t>
            </a:r>
          </a:p>
        </p:txBody>
      </p:sp>
      <p:sp>
        <p:nvSpPr>
          <p:cNvPr id="5" name="">
            <a:extLst xmlns:a="http://schemas.openxmlformats.org/drawingml/2006/main">
              <a:ext uri="{FF2B5EF4-FFF2-40B4-BE49-F238E27FC236}">
                <a16:creationId xmlns:a16="http://schemas.microsoft.com/office/drawing/2014/main" id="{F7DC1458-BEDB-4C8B-9B07-49A344FAFE1F}"/>
              </a:ext>
            </a:extLst>
          </p:cNvPr>
          <p:cNvSpPr>
            <a:spLocks xmlns:a="http://schemas.openxmlformats.org/drawingml/2006/main" noGrp="1"/>
          </p:cNvSpPr>
          <p:nvPr/>
        </p:nvSpPr>
        <p:spPr>
          <a:xfrm xmlns:a="http://schemas.openxmlformats.org/drawingml/2006/main">
            <a:off x="800100" y="59245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A8B5C1"/>
                </a:solidFill>
                <a:latin typeface="Arial"/>
                <a:ea typeface="Arial"/>
                <a:cs typeface="Arial"/>
              </a:defRPr>
            </a:defPPr>
            <a:lvl1pPr>
              <a:defRPr sz="1050" b="1">
                <a:solidFill>
                  <a:srgbClr val="A8B5C1"/>
                </a:solidFill>
                <a:latin typeface="Arial"/>
                <a:ea typeface="Arial"/>
                <a:cs typeface="Arial"/>
              </a:defRPr>
            </a:lvl1pPr>
            <a:lvl2pPr>
              <a:defRPr sz="1050" b="1">
                <a:solidFill>
                  <a:srgbClr val="A8B5C1"/>
                </a:solidFill>
                <a:latin typeface="Arial"/>
                <a:ea typeface="Arial"/>
                <a:cs typeface="Arial"/>
              </a:defRPr>
            </a:lvl2pPr>
            <a:lvl3pPr>
              <a:defRPr sz="1050" b="1">
                <a:solidFill>
                  <a:srgbClr val="A8B5C1"/>
                </a:solidFill>
                <a:latin typeface="Arial"/>
                <a:ea typeface="Arial"/>
                <a:cs typeface="Arial"/>
              </a:defRPr>
            </a:lvl3pPr>
            <a:lvl4pPr>
              <a:defRPr sz="1050" b="1">
                <a:solidFill>
                  <a:srgbClr val="A8B5C1"/>
                </a:solidFill>
                <a:latin typeface="Arial"/>
                <a:ea typeface="Arial"/>
                <a:cs typeface="Arial"/>
              </a:defRPr>
            </a:lvl4pPr>
            <a:lvl5pPr>
              <a:defRPr sz="1050" b="1">
                <a:solidFill>
                  <a:srgbClr val="A8B5C1"/>
                </a:solidFill>
                <a:latin typeface="Arial"/>
                <a:ea typeface="Arial"/>
                <a:cs typeface="Arial"/>
              </a:defRPr>
            </a:lvl5pPr>
            <a:lvl6pPr>
              <a:defRPr sz="1050" b="1">
                <a:solidFill>
                  <a:srgbClr val="A8B5C1"/>
                </a:solidFill>
                <a:latin typeface="Arial"/>
                <a:ea typeface="Arial"/>
                <a:cs typeface="Arial"/>
              </a:defRPr>
            </a:lvl6pPr>
            <a:lvl7pPr>
              <a:defRPr sz="1050" b="1">
                <a:solidFill>
                  <a:srgbClr val="A8B5C1"/>
                </a:solidFill>
                <a:latin typeface="Arial"/>
                <a:ea typeface="Arial"/>
                <a:cs typeface="Arial"/>
              </a:defRPr>
            </a:lvl7pPr>
            <a:lvl8pPr>
              <a:defRPr sz="1050" b="1">
                <a:solidFill>
                  <a:srgbClr val="A8B5C1"/>
                </a:solidFill>
                <a:latin typeface="Arial"/>
                <a:ea typeface="Arial"/>
                <a:cs typeface="Arial"/>
              </a:defRPr>
            </a:lvl8pPr>
            <a:lvl9pPr>
              <a:defRPr sz="1050" b="1">
                <a:solidFill>
                  <a:srgbClr val="A8B5C1"/>
                </a:solidFill>
                <a:latin typeface="Arial"/>
                <a:ea typeface="Arial"/>
                <a:cs typeface="Arial"/>
              </a:defRPr>
            </a:lvl9pPr>
          </a:lstStyle>
          <a:p xmlns:a="http://schemas.openxmlformats.org/drawingml/2006/main">
            <a:pPr>
              <a:defRPr sz="1050" b="1">
                <a:solidFill>
                  <a:srgbClr val="A8B5C1"/>
                </a:solidFill>
                <a:latin typeface="Arial"/>
                <a:ea typeface="Arial"/>
                <a:cs typeface="Arial"/>
              </a:defRPr>
            </a:pPr>
            <a:r>
              <a:rPr sz="1050" b="1">
                <a:solidFill>
                  <a:srgbClr val="A8B5C1"/>
                </a:solidFill>
                <a:latin typeface="Arial"/>
                <a:ea typeface="Arial"/>
                <a:cs typeface="Arial"/>
              </a:rPr>
              <a:t>PITCH + PRODUCT WALKTHROUGH</a:t>
            </a:r>
          </a:p>
        </p:txBody>
      </p:sp>
    </p:spTree>
    <p:extLst>
      <p:ext uri="{BB962C8B-B14F-4D97-AF65-F5344CB8AC3E}">
        <p14:creationId xmlns:p14="http://schemas.microsoft.com/office/powerpoint/2010/main" val="2018275982"/>
      </p:ext>
    </p:extLst>
  </p:cSld>
</p:sld>
</file>

<file path=ppt/slides/slide2.xml><?xml version="1.0" encoding="utf-8"?>
<p:sld xmlns:p="http://schemas.openxmlformats.org/presentationml/2006/main">
  <p:cSld>
    <p:bg>
      <p:bgPr>
        <a:solidFill xmlns:a="http://schemas.openxmlformats.org/drawingml/2006/main">
          <a:srgbClr val="0B111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45E3761-D3C1-436F-93EE-D1BDFE9F504A}"/>
              </a:ext>
            </a:extLst>
          </p:cNvPr>
          <p:cNvSpPr>
            <a:spLocks xmlns:a="http://schemas.openxmlformats.org/drawingml/2006/main" noGrp="1"/>
          </p:cNvSpPr>
          <p:nvPr/>
        </p:nvSpPr>
        <p:spPr>
          <a:xfrm xmlns:a="http://schemas.openxmlformats.org/drawingml/2006/main">
            <a:off x="723900" y="4572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78D989"/>
                </a:solidFill>
                <a:latin typeface="Arial"/>
                <a:ea typeface="Arial"/>
                <a:cs typeface="Arial"/>
              </a:defRPr>
            </a:defPPr>
            <a:lvl1pPr>
              <a:defRPr sz="1125" b="1">
                <a:solidFill>
                  <a:srgbClr val="78D989"/>
                </a:solidFill>
                <a:latin typeface="Arial"/>
                <a:ea typeface="Arial"/>
                <a:cs typeface="Arial"/>
              </a:defRPr>
            </a:lvl1pPr>
            <a:lvl2pPr>
              <a:defRPr sz="1125" b="1">
                <a:solidFill>
                  <a:srgbClr val="78D989"/>
                </a:solidFill>
                <a:latin typeface="Arial"/>
                <a:ea typeface="Arial"/>
                <a:cs typeface="Arial"/>
              </a:defRPr>
            </a:lvl2pPr>
            <a:lvl3pPr>
              <a:defRPr sz="1125" b="1">
                <a:solidFill>
                  <a:srgbClr val="78D989"/>
                </a:solidFill>
                <a:latin typeface="Arial"/>
                <a:ea typeface="Arial"/>
                <a:cs typeface="Arial"/>
              </a:defRPr>
            </a:lvl3pPr>
            <a:lvl4pPr>
              <a:defRPr sz="1125" b="1">
                <a:solidFill>
                  <a:srgbClr val="78D989"/>
                </a:solidFill>
                <a:latin typeface="Arial"/>
                <a:ea typeface="Arial"/>
                <a:cs typeface="Arial"/>
              </a:defRPr>
            </a:lvl4pPr>
            <a:lvl5pPr>
              <a:defRPr sz="1125" b="1">
                <a:solidFill>
                  <a:srgbClr val="78D989"/>
                </a:solidFill>
                <a:latin typeface="Arial"/>
                <a:ea typeface="Arial"/>
                <a:cs typeface="Arial"/>
              </a:defRPr>
            </a:lvl5pPr>
            <a:lvl6pPr>
              <a:defRPr sz="1125" b="1">
                <a:solidFill>
                  <a:srgbClr val="78D989"/>
                </a:solidFill>
                <a:latin typeface="Arial"/>
                <a:ea typeface="Arial"/>
                <a:cs typeface="Arial"/>
              </a:defRPr>
            </a:lvl6pPr>
            <a:lvl7pPr>
              <a:defRPr sz="1125" b="1">
                <a:solidFill>
                  <a:srgbClr val="78D989"/>
                </a:solidFill>
                <a:latin typeface="Arial"/>
                <a:ea typeface="Arial"/>
                <a:cs typeface="Arial"/>
              </a:defRPr>
            </a:lvl7pPr>
            <a:lvl8pPr>
              <a:defRPr sz="1125" b="1">
                <a:solidFill>
                  <a:srgbClr val="78D989"/>
                </a:solidFill>
                <a:latin typeface="Arial"/>
                <a:ea typeface="Arial"/>
                <a:cs typeface="Arial"/>
              </a:defRPr>
            </a:lvl8pPr>
            <a:lvl9pPr>
              <a:defRPr sz="1125" b="1">
                <a:solidFill>
                  <a:srgbClr val="78D989"/>
                </a:solidFill>
                <a:latin typeface="Arial"/>
                <a:ea typeface="Arial"/>
                <a:cs typeface="Arial"/>
              </a:defRPr>
            </a:lvl9pPr>
          </a:lstStyle>
          <a:p xmlns:a="http://schemas.openxmlformats.org/drawingml/2006/main">
            <a:pPr>
              <a:defRPr sz="1125" b="1">
                <a:solidFill>
                  <a:srgbClr val="78D989"/>
                </a:solidFill>
                <a:latin typeface="Arial"/>
                <a:ea typeface="Arial"/>
                <a:cs typeface="Arial"/>
              </a:defRPr>
            </a:pPr>
            <a:r>
              <a:rPr sz="1125" b="1">
                <a:solidFill>
                  <a:srgbClr val="78D989"/>
                </a:solidFill>
                <a:latin typeface="Arial"/>
                <a:ea typeface="Arial"/>
                <a:cs typeface="Arial"/>
              </a:rPr>
              <a:t>THE OPERATOR PROBLEM</a:t>
            </a:r>
          </a:p>
        </p:txBody>
      </p:sp>
      <p:sp>
        <p:nvSpPr>
          <p:cNvPr id="2" name="">
            <a:extLst xmlns:a="http://schemas.openxmlformats.org/drawingml/2006/main">
              <a:ext uri="{FF2B5EF4-FFF2-40B4-BE49-F238E27FC236}">
                <a16:creationId xmlns:a16="http://schemas.microsoft.com/office/drawing/2014/main" id="{47C6784B-43E9-40A0-8F69-2DDB951B347E}"/>
              </a:ext>
            </a:extLst>
          </p:cNvPr>
          <p:cNvSpPr>
            <a:spLocks xmlns:a="http://schemas.openxmlformats.org/drawingml/2006/main" noGrp="1"/>
          </p:cNvSpPr>
          <p:nvPr/>
        </p:nvSpPr>
        <p:spPr>
          <a:xfrm xmlns:a="http://schemas.openxmlformats.org/drawingml/2006/main">
            <a:off x="723900" y="9525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375" b="1">
                <a:solidFill>
                  <a:srgbClr val="F3F6F8"/>
                </a:solidFill>
                <a:latin typeface="Arial"/>
                <a:ea typeface="Arial"/>
                <a:cs typeface="Arial"/>
              </a:defRPr>
            </a:defPPr>
            <a:lvl1pPr>
              <a:defRPr sz="3375" b="1">
                <a:solidFill>
                  <a:srgbClr val="F3F6F8"/>
                </a:solidFill>
                <a:latin typeface="Arial"/>
                <a:ea typeface="Arial"/>
                <a:cs typeface="Arial"/>
              </a:defRPr>
            </a:lvl1pPr>
            <a:lvl2pPr>
              <a:defRPr sz="3375" b="1">
                <a:solidFill>
                  <a:srgbClr val="F3F6F8"/>
                </a:solidFill>
                <a:latin typeface="Arial"/>
                <a:ea typeface="Arial"/>
                <a:cs typeface="Arial"/>
              </a:defRPr>
            </a:lvl2pPr>
            <a:lvl3pPr>
              <a:defRPr sz="3375" b="1">
                <a:solidFill>
                  <a:srgbClr val="F3F6F8"/>
                </a:solidFill>
                <a:latin typeface="Arial"/>
                <a:ea typeface="Arial"/>
                <a:cs typeface="Arial"/>
              </a:defRPr>
            </a:lvl3pPr>
            <a:lvl4pPr>
              <a:defRPr sz="3375" b="1">
                <a:solidFill>
                  <a:srgbClr val="F3F6F8"/>
                </a:solidFill>
                <a:latin typeface="Arial"/>
                <a:ea typeface="Arial"/>
                <a:cs typeface="Arial"/>
              </a:defRPr>
            </a:lvl4pPr>
            <a:lvl5pPr>
              <a:defRPr sz="3375" b="1">
                <a:solidFill>
                  <a:srgbClr val="F3F6F8"/>
                </a:solidFill>
                <a:latin typeface="Arial"/>
                <a:ea typeface="Arial"/>
                <a:cs typeface="Arial"/>
              </a:defRPr>
            </a:lvl5pPr>
            <a:lvl6pPr>
              <a:defRPr sz="3375" b="1">
                <a:solidFill>
                  <a:srgbClr val="F3F6F8"/>
                </a:solidFill>
                <a:latin typeface="Arial"/>
                <a:ea typeface="Arial"/>
                <a:cs typeface="Arial"/>
              </a:defRPr>
            </a:lvl6pPr>
            <a:lvl7pPr>
              <a:defRPr sz="3375" b="1">
                <a:solidFill>
                  <a:srgbClr val="F3F6F8"/>
                </a:solidFill>
                <a:latin typeface="Arial"/>
                <a:ea typeface="Arial"/>
                <a:cs typeface="Arial"/>
              </a:defRPr>
            </a:lvl7pPr>
            <a:lvl8pPr>
              <a:defRPr sz="3375" b="1">
                <a:solidFill>
                  <a:srgbClr val="F3F6F8"/>
                </a:solidFill>
                <a:latin typeface="Arial"/>
                <a:ea typeface="Arial"/>
                <a:cs typeface="Arial"/>
              </a:defRPr>
            </a:lvl8pPr>
            <a:lvl9pPr>
              <a:defRPr sz="3375" b="1">
                <a:solidFill>
                  <a:srgbClr val="F3F6F8"/>
                </a:solidFill>
                <a:latin typeface="Arial"/>
                <a:ea typeface="Arial"/>
                <a:cs typeface="Arial"/>
              </a:defRPr>
            </a:lvl9pPr>
          </a:lstStyle>
          <a:p xmlns:a="http://schemas.openxmlformats.org/drawingml/2006/main">
            <a:pPr>
              <a:defRPr sz="3375" b="1">
                <a:solidFill>
                  <a:srgbClr val="F3F6F8"/>
                </a:solidFill>
                <a:latin typeface="Arial"/>
                <a:ea typeface="Arial"/>
                <a:cs typeface="Arial"/>
              </a:defRPr>
            </a:pPr>
            <a:r>
              <a:rPr sz="3375" b="1">
                <a:solidFill>
                  <a:srgbClr val="F3F6F8"/>
                </a:solidFill>
                <a:latin typeface="Arial"/>
                <a:ea typeface="Arial"/>
                <a:cs typeface="Arial"/>
              </a:rPr>
              <a:t>An anomaly score needs context</a:t>
            </a:r>
          </a:p>
        </p:txBody>
      </p:sp>
      <p:sp>
        <p:nvSpPr>
          <p:cNvPr id="3" name="">
            <a:extLst xmlns:a="http://schemas.openxmlformats.org/drawingml/2006/main">
              <a:ext uri="{FF2B5EF4-FFF2-40B4-BE49-F238E27FC236}">
                <a16:creationId xmlns:a16="http://schemas.microsoft.com/office/drawing/2014/main" id="{C9CC195B-1BF9-4C00-957C-F1858E87E209}"/>
              </a:ext>
            </a:extLst>
          </p:cNvPr>
          <p:cNvSpPr>
            <a:spLocks xmlns:a="http://schemas.openxmlformats.org/drawingml/2006/main" noGrp="1"/>
          </p:cNvSpPr>
          <p:nvPr/>
        </p:nvSpPr>
        <p:spPr>
          <a:xfrm xmlns:a="http://schemas.openxmlformats.org/drawingml/2006/main">
            <a:off x="723900" y="63246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A8B5C1"/>
                </a:solidFill>
                <a:latin typeface="Arial"/>
                <a:ea typeface="Arial"/>
                <a:cs typeface="Arial"/>
              </a:defRPr>
            </a:defPPr>
            <a:lvl1pPr>
              <a:defRPr sz="975" b="0">
                <a:solidFill>
                  <a:srgbClr val="A8B5C1"/>
                </a:solidFill>
                <a:latin typeface="Arial"/>
                <a:ea typeface="Arial"/>
                <a:cs typeface="Arial"/>
              </a:defRPr>
            </a:lvl1pPr>
            <a:lvl2pPr>
              <a:defRPr sz="975" b="0">
                <a:solidFill>
                  <a:srgbClr val="A8B5C1"/>
                </a:solidFill>
                <a:latin typeface="Arial"/>
                <a:ea typeface="Arial"/>
                <a:cs typeface="Arial"/>
              </a:defRPr>
            </a:lvl2pPr>
            <a:lvl3pPr>
              <a:defRPr sz="975" b="0">
                <a:solidFill>
                  <a:srgbClr val="A8B5C1"/>
                </a:solidFill>
                <a:latin typeface="Arial"/>
                <a:ea typeface="Arial"/>
                <a:cs typeface="Arial"/>
              </a:defRPr>
            </a:lvl3pPr>
            <a:lvl4pPr>
              <a:defRPr sz="975" b="0">
                <a:solidFill>
                  <a:srgbClr val="A8B5C1"/>
                </a:solidFill>
                <a:latin typeface="Arial"/>
                <a:ea typeface="Arial"/>
                <a:cs typeface="Arial"/>
              </a:defRPr>
            </a:lvl4pPr>
            <a:lvl5pPr>
              <a:defRPr sz="975" b="0">
                <a:solidFill>
                  <a:srgbClr val="A8B5C1"/>
                </a:solidFill>
                <a:latin typeface="Arial"/>
                <a:ea typeface="Arial"/>
                <a:cs typeface="Arial"/>
              </a:defRPr>
            </a:lvl5pPr>
            <a:lvl6pPr>
              <a:defRPr sz="975" b="0">
                <a:solidFill>
                  <a:srgbClr val="A8B5C1"/>
                </a:solidFill>
                <a:latin typeface="Arial"/>
                <a:ea typeface="Arial"/>
                <a:cs typeface="Arial"/>
              </a:defRPr>
            </a:lvl6pPr>
            <a:lvl7pPr>
              <a:defRPr sz="975" b="0">
                <a:solidFill>
                  <a:srgbClr val="A8B5C1"/>
                </a:solidFill>
                <a:latin typeface="Arial"/>
                <a:ea typeface="Arial"/>
                <a:cs typeface="Arial"/>
              </a:defRPr>
            </a:lvl7pPr>
            <a:lvl8pPr>
              <a:defRPr sz="975" b="0">
                <a:solidFill>
                  <a:srgbClr val="A8B5C1"/>
                </a:solidFill>
                <a:latin typeface="Arial"/>
                <a:ea typeface="Arial"/>
                <a:cs typeface="Arial"/>
              </a:defRPr>
            </a:lvl8pPr>
            <a:lvl9pPr>
              <a:defRPr sz="975" b="0">
                <a:solidFill>
                  <a:srgbClr val="A8B5C1"/>
                </a:solidFill>
                <a:latin typeface="Arial"/>
                <a:ea typeface="Arial"/>
                <a:cs typeface="Arial"/>
              </a:defRPr>
            </a:lvl9pPr>
          </a:lstStyle>
          <a:p xmlns:a="http://schemas.openxmlformats.org/drawingml/2006/main">
            <a:pPr>
              <a:defRPr sz="975" b="0">
                <a:solidFill>
                  <a:srgbClr val="A8B5C1"/>
                </a:solidFill>
                <a:latin typeface="Arial"/>
                <a:ea typeface="Arial"/>
                <a:cs typeface="Arial"/>
              </a:defRPr>
            </a:pPr>
            <a:r>
              <a:rPr sz="975" b="0">
                <a:solidFill>
                  <a:srgbClr val="A8B5C1"/>
                </a:solidFill>
                <a:latin typeface="Arial"/>
                <a:ea typeface="Arial"/>
                <a:cs typeface="Arial"/>
              </a:rPr>
              <a:t>BUILDATHON PITCH     02 / 05</a:t>
            </a:r>
          </a:p>
        </p:txBody>
      </p:sp>
      <p:sp>
        <p:nvSpPr>
          <p:cNvPr id="4" name="">
            <a:extLst xmlns:a="http://schemas.openxmlformats.org/drawingml/2006/main">
              <a:ext uri="{FF2B5EF4-FFF2-40B4-BE49-F238E27FC236}">
                <a16:creationId xmlns:a16="http://schemas.microsoft.com/office/drawing/2014/main" id="{384656AE-8230-46C5-86EF-23295D9F7D35}"/>
              </a:ext>
            </a:extLst>
          </p:cNvPr>
          <p:cNvSpPr>
            <a:spLocks xmlns:a="http://schemas.openxmlformats.org/drawingml/2006/main" noGrp="1"/>
          </p:cNvSpPr>
          <p:nvPr/>
        </p:nvSpPr>
        <p:spPr>
          <a:xfrm xmlns:a="http://schemas.openxmlformats.org/drawingml/2006/main">
            <a:off x="742950" y="2028825"/>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78D989"/>
                </a:solidFill>
                <a:latin typeface="Arial"/>
                <a:ea typeface="Arial"/>
                <a:cs typeface="Arial"/>
              </a:defRPr>
            </a:defPPr>
            <a:lvl1pPr>
              <a:defRPr sz="2550" b="1">
                <a:solidFill>
                  <a:srgbClr val="78D989"/>
                </a:solidFill>
                <a:latin typeface="Arial"/>
                <a:ea typeface="Arial"/>
                <a:cs typeface="Arial"/>
              </a:defRPr>
            </a:lvl1pPr>
            <a:lvl2pPr>
              <a:defRPr sz="2550" b="1">
                <a:solidFill>
                  <a:srgbClr val="78D989"/>
                </a:solidFill>
                <a:latin typeface="Arial"/>
                <a:ea typeface="Arial"/>
                <a:cs typeface="Arial"/>
              </a:defRPr>
            </a:lvl2pPr>
            <a:lvl3pPr>
              <a:defRPr sz="2550" b="1">
                <a:solidFill>
                  <a:srgbClr val="78D989"/>
                </a:solidFill>
                <a:latin typeface="Arial"/>
                <a:ea typeface="Arial"/>
                <a:cs typeface="Arial"/>
              </a:defRPr>
            </a:lvl3pPr>
            <a:lvl4pPr>
              <a:defRPr sz="2550" b="1">
                <a:solidFill>
                  <a:srgbClr val="78D989"/>
                </a:solidFill>
                <a:latin typeface="Arial"/>
                <a:ea typeface="Arial"/>
                <a:cs typeface="Arial"/>
              </a:defRPr>
            </a:lvl4pPr>
            <a:lvl5pPr>
              <a:defRPr sz="2550" b="1">
                <a:solidFill>
                  <a:srgbClr val="78D989"/>
                </a:solidFill>
                <a:latin typeface="Arial"/>
                <a:ea typeface="Arial"/>
                <a:cs typeface="Arial"/>
              </a:defRPr>
            </a:lvl5pPr>
            <a:lvl6pPr>
              <a:defRPr sz="2550" b="1">
                <a:solidFill>
                  <a:srgbClr val="78D989"/>
                </a:solidFill>
                <a:latin typeface="Arial"/>
                <a:ea typeface="Arial"/>
                <a:cs typeface="Arial"/>
              </a:defRPr>
            </a:lvl6pPr>
            <a:lvl7pPr>
              <a:defRPr sz="2550" b="1">
                <a:solidFill>
                  <a:srgbClr val="78D989"/>
                </a:solidFill>
                <a:latin typeface="Arial"/>
                <a:ea typeface="Arial"/>
                <a:cs typeface="Arial"/>
              </a:defRPr>
            </a:lvl7pPr>
            <a:lvl8pPr>
              <a:defRPr sz="2550" b="1">
                <a:solidFill>
                  <a:srgbClr val="78D989"/>
                </a:solidFill>
                <a:latin typeface="Arial"/>
                <a:ea typeface="Arial"/>
                <a:cs typeface="Arial"/>
              </a:defRPr>
            </a:lvl8pPr>
            <a:lvl9pPr>
              <a:defRPr sz="2550" b="1">
                <a:solidFill>
                  <a:srgbClr val="78D989"/>
                </a:solidFill>
                <a:latin typeface="Arial"/>
                <a:ea typeface="Arial"/>
                <a:cs typeface="Arial"/>
              </a:defRPr>
            </a:lvl9pPr>
          </a:lstStyle>
          <a:p xmlns:a="http://schemas.openxmlformats.org/drawingml/2006/main">
            <a:pPr>
              <a:defRPr sz="2550" b="1">
                <a:solidFill>
                  <a:srgbClr val="78D989"/>
                </a:solidFill>
                <a:latin typeface="Arial"/>
                <a:ea typeface="Arial"/>
                <a:cs typeface="Arial"/>
              </a:defRPr>
            </a:pPr>
            <a:r>
              <a:rPr sz="2550" b="1">
                <a:solidFill>
                  <a:srgbClr val="78D989"/>
                </a:solidFill>
                <a:latin typeface="Arial"/>
                <a:ea typeface="Arial"/>
                <a:cs typeface="Arial"/>
              </a:rPr>
              <a:t>A deviation is a starting point.</a:t>
            </a:r>
          </a:p>
        </p:txBody>
      </p:sp>
      <p:sp>
        <p:nvSpPr>
          <p:cNvPr id="5" name="">
            <a:extLst xmlns:a="http://schemas.openxmlformats.org/drawingml/2006/main">
              <a:ext uri="{FF2B5EF4-FFF2-40B4-BE49-F238E27FC236}">
                <a16:creationId xmlns:a16="http://schemas.microsoft.com/office/drawing/2014/main" id="{1C444DED-062F-4A0D-98CE-1175730508BE}"/>
              </a:ext>
            </a:extLst>
          </p:cNvPr>
          <p:cNvSpPr>
            <a:spLocks xmlns:a="http://schemas.openxmlformats.org/drawingml/2006/main" noGrp="1"/>
          </p:cNvSpPr>
          <p:nvPr/>
        </p:nvSpPr>
        <p:spPr>
          <a:xfrm xmlns:a="http://schemas.openxmlformats.org/drawingml/2006/main">
            <a:off x="742950" y="30670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F3F6F8"/>
                </a:solidFill>
                <a:latin typeface="Arial"/>
                <a:ea typeface="Arial"/>
                <a:cs typeface="Arial"/>
              </a:defRPr>
            </a:defPPr>
            <a:lvl1pPr>
              <a:defRPr sz="1725" b="1">
                <a:solidFill>
                  <a:srgbClr val="F3F6F8"/>
                </a:solidFill>
                <a:latin typeface="Arial"/>
                <a:ea typeface="Arial"/>
                <a:cs typeface="Arial"/>
              </a:defRPr>
            </a:lvl1pPr>
            <a:lvl2pPr>
              <a:defRPr sz="1725" b="1">
                <a:solidFill>
                  <a:srgbClr val="F3F6F8"/>
                </a:solidFill>
                <a:latin typeface="Arial"/>
                <a:ea typeface="Arial"/>
                <a:cs typeface="Arial"/>
              </a:defRPr>
            </a:lvl2pPr>
            <a:lvl3pPr>
              <a:defRPr sz="1725" b="1">
                <a:solidFill>
                  <a:srgbClr val="F3F6F8"/>
                </a:solidFill>
                <a:latin typeface="Arial"/>
                <a:ea typeface="Arial"/>
                <a:cs typeface="Arial"/>
              </a:defRPr>
            </a:lvl3pPr>
            <a:lvl4pPr>
              <a:defRPr sz="1725" b="1">
                <a:solidFill>
                  <a:srgbClr val="F3F6F8"/>
                </a:solidFill>
                <a:latin typeface="Arial"/>
                <a:ea typeface="Arial"/>
                <a:cs typeface="Arial"/>
              </a:defRPr>
            </a:lvl4pPr>
            <a:lvl5pPr>
              <a:defRPr sz="1725" b="1">
                <a:solidFill>
                  <a:srgbClr val="F3F6F8"/>
                </a:solidFill>
                <a:latin typeface="Arial"/>
                <a:ea typeface="Arial"/>
                <a:cs typeface="Arial"/>
              </a:defRPr>
            </a:lvl5pPr>
            <a:lvl6pPr>
              <a:defRPr sz="1725" b="1">
                <a:solidFill>
                  <a:srgbClr val="F3F6F8"/>
                </a:solidFill>
                <a:latin typeface="Arial"/>
                <a:ea typeface="Arial"/>
                <a:cs typeface="Arial"/>
              </a:defRPr>
            </a:lvl6pPr>
            <a:lvl7pPr>
              <a:defRPr sz="1725" b="1">
                <a:solidFill>
                  <a:srgbClr val="F3F6F8"/>
                </a:solidFill>
                <a:latin typeface="Arial"/>
                <a:ea typeface="Arial"/>
                <a:cs typeface="Arial"/>
              </a:defRPr>
            </a:lvl7pPr>
            <a:lvl8pPr>
              <a:defRPr sz="1725" b="1">
                <a:solidFill>
                  <a:srgbClr val="F3F6F8"/>
                </a:solidFill>
                <a:latin typeface="Arial"/>
                <a:ea typeface="Arial"/>
                <a:cs typeface="Arial"/>
              </a:defRPr>
            </a:lvl8pPr>
            <a:lvl9pPr>
              <a:defRPr sz="1725" b="1">
                <a:solidFill>
                  <a:srgbClr val="F3F6F8"/>
                </a:solidFill>
                <a:latin typeface="Arial"/>
                <a:ea typeface="Arial"/>
                <a:cs typeface="Arial"/>
              </a:defRPr>
            </a:lvl9pPr>
          </a:lstStyle>
          <a:p xmlns:a="http://schemas.openxmlformats.org/drawingml/2006/main">
            <a:pPr>
              <a:defRPr sz="1725" b="1">
                <a:solidFill>
                  <a:srgbClr val="F3F6F8"/>
                </a:solidFill>
                <a:latin typeface="Arial"/>
                <a:ea typeface="Arial"/>
                <a:cs typeface="Arial"/>
              </a:defRPr>
            </a:pPr>
            <a:r>
              <a:rPr sz="1725" b="1">
                <a:solidFill>
                  <a:srgbClr val="F3F6F8"/>
                </a:solidFill>
                <a:latin typeface="Arial"/>
                <a:ea typeface="Arial"/>
                <a:cs typeface="Arial"/>
              </a:rPr>
              <a:t>What changed?</a:t>
            </a:r>
          </a:p>
        </p:txBody>
      </p:sp>
      <p:sp>
        <p:nvSpPr>
          <p:cNvPr id="6" name="">
            <a:extLst xmlns:a="http://schemas.openxmlformats.org/drawingml/2006/main">
              <a:ext uri="{FF2B5EF4-FFF2-40B4-BE49-F238E27FC236}">
                <a16:creationId xmlns:a16="http://schemas.microsoft.com/office/drawing/2014/main" id="{EB122E30-E39D-4573-B738-7D6487F8626B}"/>
              </a:ext>
            </a:extLst>
          </p:cNvPr>
          <p:cNvSpPr>
            <a:spLocks xmlns:a="http://schemas.openxmlformats.org/drawingml/2006/main" noGrp="1"/>
          </p:cNvSpPr>
          <p:nvPr/>
        </p:nvSpPr>
        <p:spPr>
          <a:xfrm xmlns:a="http://schemas.openxmlformats.org/drawingml/2006/main">
            <a:off x="742950" y="3524250"/>
            <a:ext cx="31908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A8B5C1"/>
                </a:solidFill>
                <a:latin typeface="Arial"/>
                <a:ea typeface="Arial"/>
                <a:cs typeface="Arial"/>
              </a:defRPr>
            </a:defPPr>
            <a:lvl1pPr>
              <a:defRPr sz="1575" b="0">
                <a:solidFill>
                  <a:srgbClr val="A8B5C1"/>
                </a:solidFill>
                <a:latin typeface="Arial"/>
                <a:ea typeface="Arial"/>
                <a:cs typeface="Arial"/>
              </a:defRPr>
            </a:lvl1pPr>
            <a:lvl2pPr>
              <a:defRPr sz="1575" b="0">
                <a:solidFill>
                  <a:srgbClr val="A8B5C1"/>
                </a:solidFill>
                <a:latin typeface="Arial"/>
                <a:ea typeface="Arial"/>
                <a:cs typeface="Arial"/>
              </a:defRPr>
            </a:lvl2pPr>
            <a:lvl3pPr>
              <a:defRPr sz="1575" b="0">
                <a:solidFill>
                  <a:srgbClr val="A8B5C1"/>
                </a:solidFill>
                <a:latin typeface="Arial"/>
                <a:ea typeface="Arial"/>
                <a:cs typeface="Arial"/>
              </a:defRPr>
            </a:lvl3pPr>
            <a:lvl4pPr>
              <a:defRPr sz="1575" b="0">
                <a:solidFill>
                  <a:srgbClr val="A8B5C1"/>
                </a:solidFill>
                <a:latin typeface="Arial"/>
                <a:ea typeface="Arial"/>
                <a:cs typeface="Arial"/>
              </a:defRPr>
            </a:lvl4pPr>
            <a:lvl5pPr>
              <a:defRPr sz="1575" b="0">
                <a:solidFill>
                  <a:srgbClr val="A8B5C1"/>
                </a:solidFill>
                <a:latin typeface="Arial"/>
                <a:ea typeface="Arial"/>
                <a:cs typeface="Arial"/>
              </a:defRPr>
            </a:lvl5pPr>
            <a:lvl6pPr>
              <a:defRPr sz="1575" b="0">
                <a:solidFill>
                  <a:srgbClr val="A8B5C1"/>
                </a:solidFill>
                <a:latin typeface="Arial"/>
                <a:ea typeface="Arial"/>
                <a:cs typeface="Arial"/>
              </a:defRPr>
            </a:lvl6pPr>
            <a:lvl7pPr>
              <a:defRPr sz="1575" b="0">
                <a:solidFill>
                  <a:srgbClr val="A8B5C1"/>
                </a:solidFill>
                <a:latin typeface="Arial"/>
                <a:ea typeface="Arial"/>
                <a:cs typeface="Arial"/>
              </a:defRPr>
            </a:lvl7pPr>
            <a:lvl8pPr>
              <a:defRPr sz="1575" b="0">
                <a:solidFill>
                  <a:srgbClr val="A8B5C1"/>
                </a:solidFill>
                <a:latin typeface="Arial"/>
                <a:ea typeface="Arial"/>
                <a:cs typeface="Arial"/>
              </a:defRPr>
            </a:lvl8pPr>
            <a:lvl9pPr>
              <a:defRPr sz="1575" b="0">
                <a:solidFill>
                  <a:srgbClr val="A8B5C1"/>
                </a:solidFill>
                <a:latin typeface="Arial"/>
                <a:ea typeface="Arial"/>
                <a:cs typeface="Arial"/>
              </a:defRPr>
            </a:lvl9pPr>
          </a:lstStyle>
          <a:p xmlns:a="http://schemas.openxmlformats.org/drawingml/2006/main">
            <a:pPr>
              <a:defRPr sz="1575" b="0">
                <a:solidFill>
                  <a:srgbClr val="A8B5C1"/>
                </a:solidFill>
                <a:latin typeface="Arial"/>
                <a:ea typeface="Arial"/>
                <a:cs typeface="Arial"/>
              </a:defRPr>
            </a:pPr>
            <a:r>
              <a:rPr sz="1575" b="0">
                <a:solidFill>
                  <a:srgbClr val="A8B5C1"/>
                </a:solidFill>
                <a:latin typeface="Arial"/>
                <a:ea typeface="Arial"/>
                <a:cs typeface="Arial"/>
              </a:rPr>
              <a:t>Sensor tag, row, readings, and residuals</a:t>
            </a:r>
          </a:p>
        </p:txBody>
      </p:sp>
      <p:sp>
        <p:nvSpPr>
          <p:cNvPr id="7" name="">
            <a:extLst xmlns:a="http://schemas.openxmlformats.org/drawingml/2006/main">
              <a:ext uri="{FF2B5EF4-FFF2-40B4-BE49-F238E27FC236}">
                <a16:creationId xmlns:a16="http://schemas.microsoft.com/office/drawing/2014/main" id="{A88F2594-0ACC-4295-AC29-14F2A08D566B}"/>
              </a:ext>
            </a:extLst>
          </p:cNvPr>
          <p:cNvSpPr>
            <a:spLocks xmlns:a="http://schemas.openxmlformats.org/drawingml/2006/main" noGrp="1"/>
          </p:cNvSpPr>
          <p:nvPr/>
        </p:nvSpPr>
        <p:spPr>
          <a:xfrm xmlns:a="http://schemas.openxmlformats.org/drawingml/2006/main">
            <a:off x="4495800" y="30670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F3F6F8"/>
                </a:solidFill>
                <a:latin typeface="Arial"/>
                <a:ea typeface="Arial"/>
                <a:cs typeface="Arial"/>
              </a:defRPr>
            </a:defPPr>
            <a:lvl1pPr>
              <a:defRPr sz="1725" b="1">
                <a:solidFill>
                  <a:srgbClr val="F3F6F8"/>
                </a:solidFill>
                <a:latin typeface="Arial"/>
                <a:ea typeface="Arial"/>
                <a:cs typeface="Arial"/>
              </a:defRPr>
            </a:lvl1pPr>
            <a:lvl2pPr>
              <a:defRPr sz="1725" b="1">
                <a:solidFill>
                  <a:srgbClr val="F3F6F8"/>
                </a:solidFill>
                <a:latin typeface="Arial"/>
                <a:ea typeface="Arial"/>
                <a:cs typeface="Arial"/>
              </a:defRPr>
            </a:lvl2pPr>
            <a:lvl3pPr>
              <a:defRPr sz="1725" b="1">
                <a:solidFill>
                  <a:srgbClr val="F3F6F8"/>
                </a:solidFill>
                <a:latin typeface="Arial"/>
                <a:ea typeface="Arial"/>
                <a:cs typeface="Arial"/>
              </a:defRPr>
            </a:lvl3pPr>
            <a:lvl4pPr>
              <a:defRPr sz="1725" b="1">
                <a:solidFill>
                  <a:srgbClr val="F3F6F8"/>
                </a:solidFill>
                <a:latin typeface="Arial"/>
                <a:ea typeface="Arial"/>
                <a:cs typeface="Arial"/>
              </a:defRPr>
            </a:lvl4pPr>
            <a:lvl5pPr>
              <a:defRPr sz="1725" b="1">
                <a:solidFill>
                  <a:srgbClr val="F3F6F8"/>
                </a:solidFill>
                <a:latin typeface="Arial"/>
                <a:ea typeface="Arial"/>
                <a:cs typeface="Arial"/>
              </a:defRPr>
            </a:lvl5pPr>
            <a:lvl6pPr>
              <a:defRPr sz="1725" b="1">
                <a:solidFill>
                  <a:srgbClr val="F3F6F8"/>
                </a:solidFill>
                <a:latin typeface="Arial"/>
                <a:ea typeface="Arial"/>
                <a:cs typeface="Arial"/>
              </a:defRPr>
            </a:lvl6pPr>
            <a:lvl7pPr>
              <a:defRPr sz="1725" b="1">
                <a:solidFill>
                  <a:srgbClr val="F3F6F8"/>
                </a:solidFill>
                <a:latin typeface="Arial"/>
                <a:ea typeface="Arial"/>
                <a:cs typeface="Arial"/>
              </a:defRPr>
            </a:lvl7pPr>
            <a:lvl8pPr>
              <a:defRPr sz="1725" b="1">
                <a:solidFill>
                  <a:srgbClr val="F3F6F8"/>
                </a:solidFill>
                <a:latin typeface="Arial"/>
                <a:ea typeface="Arial"/>
                <a:cs typeface="Arial"/>
              </a:defRPr>
            </a:lvl8pPr>
            <a:lvl9pPr>
              <a:defRPr sz="1725" b="1">
                <a:solidFill>
                  <a:srgbClr val="F3F6F8"/>
                </a:solidFill>
                <a:latin typeface="Arial"/>
                <a:ea typeface="Arial"/>
                <a:cs typeface="Arial"/>
              </a:defRPr>
            </a:lvl9pPr>
          </a:lstStyle>
          <a:p xmlns:a="http://schemas.openxmlformats.org/drawingml/2006/main">
            <a:pPr>
              <a:defRPr sz="1725" b="1">
                <a:solidFill>
                  <a:srgbClr val="F3F6F8"/>
                </a:solidFill>
                <a:latin typeface="Arial"/>
                <a:ea typeface="Arial"/>
                <a:cs typeface="Arial"/>
              </a:defRPr>
            </a:pPr>
            <a:r>
              <a:rPr sz="1725" b="1">
                <a:solidFill>
                  <a:srgbClr val="F3F6F8"/>
                </a:solidFill>
                <a:latin typeface="Arial"/>
                <a:ea typeface="Arial"/>
                <a:cs typeface="Arial"/>
              </a:rPr>
              <a:t>What does it mean?</a:t>
            </a:r>
          </a:p>
        </p:txBody>
      </p:sp>
      <p:sp>
        <p:nvSpPr>
          <p:cNvPr id="8" name="">
            <a:extLst xmlns:a="http://schemas.openxmlformats.org/drawingml/2006/main">
              <a:ext uri="{FF2B5EF4-FFF2-40B4-BE49-F238E27FC236}">
                <a16:creationId xmlns:a16="http://schemas.microsoft.com/office/drawing/2014/main" id="{F4E0ED7A-49AF-44F1-9872-A8B6FCA2684F}"/>
              </a:ext>
            </a:extLst>
          </p:cNvPr>
          <p:cNvSpPr>
            <a:spLocks xmlns:a="http://schemas.openxmlformats.org/drawingml/2006/main" noGrp="1"/>
          </p:cNvSpPr>
          <p:nvPr/>
        </p:nvSpPr>
        <p:spPr>
          <a:xfrm xmlns:a="http://schemas.openxmlformats.org/drawingml/2006/main">
            <a:off x="4495800" y="3524250"/>
            <a:ext cx="3143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A8B5C1"/>
                </a:solidFill>
                <a:latin typeface="Arial"/>
                <a:ea typeface="Arial"/>
                <a:cs typeface="Arial"/>
              </a:defRPr>
            </a:defPPr>
            <a:lvl1pPr>
              <a:defRPr sz="1575" b="0">
                <a:solidFill>
                  <a:srgbClr val="A8B5C1"/>
                </a:solidFill>
                <a:latin typeface="Arial"/>
                <a:ea typeface="Arial"/>
                <a:cs typeface="Arial"/>
              </a:defRPr>
            </a:lvl1pPr>
            <a:lvl2pPr>
              <a:defRPr sz="1575" b="0">
                <a:solidFill>
                  <a:srgbClr val="A8B5C1"/>
                </a:solidFill>
                <a:latin typeface="Arial"/>
                <a:ea typeface="Arial"/>
                <a:cs typeface="Arial"/>
              </a:defRPr>
            </a:lvl2pPr>
            <a:lvl3pPr>
              <a:defRPr sz="1575" b="0">
                <a:solidFill>
                  <a:srgbClr val="A8B5C1"/>
                </a:solidFill>
                <a:latin typeface="Arial"/>
                <a:ea typeface="Arial"/>
                <a:cs typeface="Arial"/>
              </a:defRPr>
            </a:lvl3pPr>
            <a:lvl4pPr>
              <a:defRPr sz="1575" b="0">
                <a:solidFill>
                  <a:srgbClr val="A8B5C1"/>
                </a:solidFill>
                <a:latin typeface="Arial"/>
                <a:ea typeface="Arial"/>
                <a:cs typeface="Arial"/>
              </a:defRPr>
            </a:lvl4pPr>
            <a:lvl5pPr>
              <a:defRPr sz="1575" b="0">
                <a:solidFill>
                  <a:srgbClr val="A8B5C1"/>
                </a:solidFill>
                <a:latin typeface="Arial"/>
                <a:ea typeface="Arial"/>
                <a:cs typeface="Arial"/>
              </a:defRPr>
            </a:lvl5pPr>
            <a:lvl6pPr>
              <a:defRPr sz="1575" b="0">
                <a:solidFill>
                  <a:srgbClr val="A8B5C1"/>
                </a:solidFill>
                <a:latin typeface="Arial"/>
                <a:ea typeface="Arial"/>
                <a:cs typeface="Arial"/>
              </a:defRPr>
            </a:lvl6pPr>
            <a:lvl7pPr>
              <a:defRPr sz="1575" b="0">
                <a:solidFill>
                  <a:srgbClr val="A8B5C1"/>
                </a:solidFill>
                <a:latin typeface="Arial"/>
                <a:ea typeface="Arial"/>
                <a:cs typeface="Arial"/>
              </a:defRPr>
            </a:lvl7pPr>
            <a:lvl8pPr>
              <a:defRPr sz="1575" b="0">
                <a:solidFill>
                  <a:srgbClr val="A8B5C1"/>
                </a:solidFill>
                <a:latin typeface="Arial"/>
                <a:ea typeface="Arial"/>
                <a:cs typeface="Arial"/>
              </a:defRPr>
            </a:lvl8pPr>
            <a:lvl9pPr>
              <a:defRPr sz="1575" b="0">
                <a:solidFill>
                  <a:srgbClr val="A8B5C1"/>
                </a:solidFill>
                <a:latin typeface="Arial"/>
                <a:ea typeface="Arial"/>
                <a:cs typeface="Arial"/>
              </a:defRPr>
            </a:lvl9pPr>
          </a:lstStyle>
          <a:p xmlns:a="http://schemas.openxmlformats.org/drawingml/2006/main">
            <a:pPr>
              <a:defRPr sz="1575" b="0">
                <a:solidFill>
                  <a:srgbClr val="A8B5C1"/>
                </a:solidFill>
                <a:latin typeface="Arial"/>
                <a:ea typeface="Arial"/>
                <a:cs typeface="Arial"/>
              </a:defRPr>
            </a:pPr>
            <a:r>
              <a:rPr sz="1575" b="0">
                <a:solidFill>
                  <a:srgbClr val="A8B5C1"/>
                </a:solidFill>
                <a:latin typeface="Arial"/>
                <a:ea typeface="Arial"/>
                <a:cs typeface="Arial"/>
              </a:rPr>
              <a:t>Search the benchmark and ICS references</a:t>
            </a:r>
          </a:p>
        </p:txBody>
      </p:sp>
      <p:sp>
        <p:nvSpPr>
          <p:cNvPr id="9" name="">
            <a:extLst xmlns:a="http://schemas.openxmlformats.org/drawingml/2006/main">
              <a:ext uri="{FF2B5EF4-FFF2-40B4-BE49-F238E27FC236}">
                <a16:creationId xmlns:a16="http://schemas.microsoft.com/office/drawing/2014/main" id="{3BFE2052-C792-41F7-A91E-003DBFDE4A6D}"/>
              </a:ext>
            </a:extLst>
          </p:cNvPr>
          <p:cNvSpPr>
            <a:spLocks xmlns:a="http://schemas.openxmlformats.org/drawingml/2006/main" noGrp="1"/>
          </p:cNvSpPr>
          <p:nvPr/>
        </p:nvSpPr>
        <p:spPr>
          <a:xfrm xmlns:a="http://schemas.openxmlformats.org/drawingml/2006/main">
            <a:off x="8248650" y="30670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F3F6F8"/>
                </a:solidFill>
                <a:latin typeface="Arial"/>
                <a:ea typeface="Arial"/>
                <a:cs typeface="Arial"/>
              </a:defRPr>
            </a:defPPr>
            <a:lvl1pPr>
              <a:defRPr sz="1725" b="1">
                <a:solidFill>
                  <a:srgbClr val="F3F6F8"/>
                </a:solidFill>
                <a:latin typeface="Arial"/>
                <a:ea typeface="Arial"/>
                <a:cs typeface="Arial"/>
              </a:defRPr>
            </a:lvl1pPr>
            <a:lvl2pPr>
              <a:defRPr sz="1725" b="1">
                <a:solidFill>
                  <a:srgbClr val="F3F6F8"/>
                </a:solidFill>
                <a:latin typeface="Arial"/>
                <a:ea typeface="Arial"/>
                <a:cs typeface="Arial"/>
              </a:defRPr>
            </a:lvl2pPr>
            <a:lvl3pPr>
              <a:defRPr sz="1725" b="1">
                <a:solidFill>
                  <a:srgbClr val="F3F6F8"/>
                </a:solidFill>
                <a:latin typeface="Arial"/>
                <a:ea typeface="Arial"/>
                <a:cs typeface="Arial"/>
              </a:defRPr>
            </a:lvl3pPr>
            <a:lvl4pPr>
              <a:defRPr sz="1725" b="1">
                <a:solidFill>
                  <a:srgbClr val="F3F6F8"/>
                </a:solidFill>
                <a:latin typeface="Arial"/>
                <a:ea typeface="Arial"/>
                <a:cs typeface="Arial"/>
              </a:defRPr>
            </a:lvl4pPr>
            <a:lvl5pPr>
              <a:defRPr sz="1725" b="1">
                <a:solidFill>
                  <a:srgbClr val="F3F6F8"/>
                </a:solidFill>
                <a:latin typeface="Arial"/>
                <a:ea typeface="Arial"/>
                <a:cs typeface="Arial"/>
              </a:defRPr>
            </a:lvl5pPr>
            <a:lvl6pPr>
              <a:defRPr sz="1725" b="1">
                <a:solidFill>
                  <a:srgbClr val="F3F6F8"/>
                </a:solidFill>
                <a:latin typeface="Arial"/>
                <a:ea typeface="Arial"/>
                <a:cs typeface="Arial"/>
              </a:defRPr>
            </a:lvl6pPr>
            <a:lvl7pPr>
              <a:defRPr sz="1725" b="1">
                <a:solidFill>
                  <a:srgbClr val="F3F6F8"/>
                </a:solidFill>
                <a:latin typeface="Arial"/>
                <a:ea typeface="Arial"/>
                <a:cs typeface="Arial"/>
              </a:defRPr>
            </a:lvl7pPr>
            <a:lvl8pPr>
              <a:defRPr sz="1725" b="1">
                <a:solidFill>
                  <a:srgbClr val="F3F6F8"/>
                </a:solidFill>
                <a:latin typeface="Arial"/>
                <a:ea typeface="Arial"/>
                <a:cs typeface="Arial"/>
              </a:defRPr>
            </a:lvl8pPr>
            <a:lvl9pPr>
              <a:defRPr sz="1725" b="1">
                <a:solidFill>
                  <a:srgbClr val="F3F6F8"/>
                </a:solidFill>
                <a:latin typeface="Arial"/>
                <a:ea typeface="Arial"/>
                <a:cs typeface="Arial"/>
              </a:defRPr>
            </a:lvl9pPr>
          </a:lstStyle>
          <a:p xmlns:a="http://schemas.openxmlformats.org/drawingml/2006/main">
            <a:pPr>
              <a:defRPr sz="1725" b="1">
                <a:solidFill>
                  <a:srgbClr val="F3F6F8"/>
                </a:solidFill>
                <a:latin typeface="Arial"/>
                <a:ea typeface="Arial"/>
                <a:cs typeface="Arial"/>
              </a:defRPr>
            </a:pPr>
            <a:r>
              <a:rPr sz="1725" b="1">
                <a:solidFill>
                  <a:srgbClr val="F3F6F8"/>
                </a:solidFill>
                <a:latin typeface="Arial"/>
                <a:ea typeface="Arial"/>
                <a:cs typeface="Arial"/>
              </a:rPr>
              <a:t>What next?</a:t>
            </a:r>
          </a:p>
        </p:txBody>
      </p:sp>
      <p:sp>
        <p:nvSpPr>
          <p:cNvPr id="10" name="">
            <a:extLst xmlns:a="http://schemas.openxmlformats.org/drawingml/2006/main">
              <a:ext uri="{FF2B5EF4-FFF2-40B4-BE49-F238E27FC236}">
                <a16:creationId xmlns:a16="http://schemas.microsoft.com/office/drawing/2014/main" id="{A4EDF27E-682B-4432-AF88-DD2F059165CE}"/>
              </a:ext>
            </a:extLst>
          </p:cNvPr>
          <p:cNvSpPr>
            <a:spLocks xmlns:a="http://schemas.openxmlformats.org/drawingml/2006/main" noGrp="1"/>
          </p:cNvSpPr>
          <p:nvPr/>
        </p:nvSpPr>
        <p:spPr>
          <a:xfrm xmlns:a="http://schemas.openxmlformats.org/drawingml/2006/main">
            <a:off x="8248650" y="3524250"/>
            <a:ext cx="30861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A8B5C1"/>
                </a:solidFill>
                <a:latin typeface="Arial"/>
                <a:ea typeface="Arial"/>
                <a:cs typeface="Arial"/>
              </a:defRPr>
            </a:defPPr>
            <a:lvl1pPr>
              <a:defRPr sz="1575" b="0">
                <a:solidFill>
                  <a:srgbClr val="A8B5C1"/>
                </a:solidFill>
                <a:latin typeface="Arial"/>
                <a:ea typeface="Arial"/>
                <a:cs typeface="Arial"/>
              </a:defRPr>
            </a:lvl1pPr>
            <a:lvl2pPr>
              <a:defRPr sz="1575" b="0">
                <a:solidFill>
                  <a:srgbClr val="A8B5C1"/>
                </a:solidFill>
                <a:latin typeface="Arial"/>
                <a:ea typeface="Arial"/>
                <a:cs typeface="Arial"/>
              </a:defRPr>
            </a:lvl2pPr>
            <a:lvl3pPr>
              <a:defRPr sz="1575" b="0">
                <a:solidFill>
                  <a:srgbClr val="A8B5C1"/>
                </a:solidFill>
                <a:latin typeface="Arial"/>
                <a:ea typeface="Arial"/>
                <a:cs typeface="Arial"/>
              </a:defRPr>
            </a:lvl3pPr>
            <a:lvl4pPr>
              <a:defRPr sz="1575" b="0">
                <a:solidFill>
                  <a:srgbClr val="A8B5C1"/>
                </a:solidFill>
                <a:latin typeface="Arial"/>
                <a:ea typeface="Arial"/>
                <a:cs typeface="Arial"/>
              </a:defRPr>
            </a:lvl4pPr>
            <a:lvl5pPr>
              <a:defRPr sz="1575" b="0">
                <a:solidFill>
                  <a:srgbClr val="A8B5C1"/>
                </a:solidFill>
                <a:latin typeface="Arial"/>
                <a:ea typeface="Arial"/>
                <a:cs typeface="Arial"/>
              </a:defRPr>
            </a:lvl5pPr>
            <a:lvl6pPr>
              <a:defRPr sz="1575" b="0">
                <a:solidFill>
                  <a:srgbClr val="A8B5C1"/>
                </a:solidFill>
                <a:latin typeface="Arial"/>
                <a:ea typeface="Arial"/>
                <a:cs typeface="Arial"/>
              </a:defRPr>
            </a:lvl6pPr>
            <a:lvl7pPr>
              <a:defRPr sz="1575" b="0">
                <a:solidFill>
                  <a:srgbClr val="A8B5C1"/>
                </a:solidFill>
                <a:latin typeface="Arial"/>
                <a:ea typeface="Arial"/>
                <a:cs typeface="Arial"/>
              </a:defRPr>
            </a:lvl7pPr>
            <a:lvl8pPr>
              <a:defRPr sz="1575" b="0">
                <a:solidFill>
                  <a:srgbClr val="A8B5C1"/>
                </a:solidFill>
                <a:latin typeface="Arial"/>
                <a:ea typeface="Arial"/>
                <a:cs typeface="Arial"/>
              </a:defRPr>
            </a:lvl8pPr>
            <a:lvl9pPr>
              <a:defRPr sz="1575" b="0">
                <a:solidFill>
                  <a:srgbClr val="A8B5C1"/>
                </a:solidFill>
                <a:latin typeface="Arial"/>
                <a:ea typeface="Arial"/>
                <a:cs typeface="Arial"/>
              </a:defRPr>
            </a:lvl9pPr>
          </a:lstStyle>
          <a:p xmlns:a="http://schemas.openxmlformats.org/drawingml/2006/main">
            <a:pPr>
              <a:defRPr sz="1575" b="0">
                <a:solidFill>
                  <a:srgbClr val="A8B5C1"/>
                </a:solidFill>
                <a:latin typeface="Arial"/>
                <a:ea typeface="Arial"/>
                <a:cs typeface="Arial"/>
              </a:defRPr>
            </a:pPr>
            <a:r>
              <a:rPr sz="1575" b="0">
                <a:solidFill>
                  <a:srgbClr val="A8B5C1"/>
                </a:solidFill>
                <a:latin typeface="Arial"/>
                <a:ea typeface="Arial"/>
                <a:cs typeface="Arial"/>
              </a:rPr>
              <a:t>Show evidence, uncertainty, and escalation</a:t>
            </a:r>
          </a:p>
        </p:txBody>
      </p:sp>
      <p:sp>
        <p:nvSpPr>
          <p:cNvPr id="11" name="">
            <a:extLst xmlns:a="http://schemas.openxmlformats.org/drawingml/2006/main">
              <a:ext uri="{FF2B5EF4-FFF2-40B4-BE49-F238E27FC236}">
                <a16:creationId xmlns:a16="http://schemas.microsoft.com/office/drawing/2014/main" id="{B9981101-4CF7-4D9A-B5F0-77D3DC200024}"/>
              </a:ext>
            </a:extLst>
          </p:cNvPr>
          <p:cNvSpPr>
            <a:spLocks xmlns:a="http://schemas.openxmlformats.org/drawingml/2006/main" noGrp="1"/>
          </p:cNvSpPr>
          <p:nvPr/>
        </p:nvSpPr>
        <p:spPr>
          <a:xfrm xmlns:a="http://schemas.openxmlformats.org/drawingml/2006/main">
            <a:off x="742950" y="495300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F3F6F8"/>
                </a:solidFill>
                <a:latin typeface="Arial"/>
                <a:ea typeface="Arial"/>
                <a:cs typeface="Arial"/>
              </a:defRPr>
            </a:defPPr>
            <a:lvl1pPr>
              <a:defRPr sz="1650" b="0">
                <a:solidFill>
                  <a:srgbClr val="F3F6F8"/>
                </a:solidFill>
                <a:latin typeface="Arial"/>
                <a:ea typeface="Arial"/>
                <a:cs typeface="Arial"/>
              </a:defRPr>
            </a:lvl1pPr>
            <a:lvl2pPr>
              <a:defRPr sz="1650" b="0">
                <a:solidFill>
                  <a:srgbClr val="F3F6F8"/>
                </a:solidFill>
                <a:latin typeface="Arial"/>
                <a:ea typeface="Arial"/>
                <a:cs typeface="Arial"/>
              </a:defRPr>
            </a:lvl2pPr>
            <a:lvl3pPr>
              <a:defRPr sz="1650" b="0">
                <a:solidFill>
                  <a:srgbClr val="F3F6F8"/>
                </a:solidFill>
                <a:latin typeface="Arial"/>
                <a:ea typeface="Arial"/>
                <a:cs typeface="Arial"/>
              </a:defRPr>
            </a:lvl3pPr>
            <a:lvl4pPr>
              <a:defRPr sz="1650" b="0">
                <a:solidFill>
                  <a:srgbClr val="F3F6F8"/>
                </a:solidFill>
                <a:latin typeface="Arial"/>
                <a:ea typeface="Arial"/>
                <a:cs typeface="Arial"/>
              </a:defRPr>
            </a:lvl4pPr>
            <a:lvl5pPr>
              <a:defRPr sz="1650" b="0">
                <a:solidFill>
                  <a:srgbClr val="F3F6F8"/>
                </a:solidFill>
                <a:latin typeface="Arial"/>
                <a:ea typeface="Arial"/>
                <a:cs typeface="Arial"/>
              </a:defRPr>
            </a:lvl5pPr>
            <a:lvl6pPr>
              <a:defRPr sz="1650" b="0">
                <a:solidFill>
                  <a:srgbClr val="F3F6F8"/>
                </a:solidFill>
                <a:latin typeface="Arial"/>
                <a:ea typeface="Arial"/>
                <a:cs typeface="Arial"/>
              </a:defRPr>
            </a:lvl6pPr>
            <a:lvl7pPr>
              <a:defRPr sz="1650" b="0">
                <a:solidFill>
                  <a:srgbClr val="F3F6F8"/>
                </a:solidFill>
                <a:latin typeface="Arial"/>
                <a:ea typeface="Arial"/>
                <a:cs typeface="Arial"/>
              </a:defRPr>
            </a:lvl7pPr>
            <a:lvl8pPr>
              <a:defRPr sz="1650" b="0">
                <a:solidFill>
                  <a:srgbClr val="F3F6F8"/>
                </a:solidFill>
                <a:latin typeface="Arial"/>
                <a:ea typeface="Arial"/>
                <a:cs typeface="Arial"/>
              </a:defRPr>
            </a:lvl8pPr>
            <a:lvl9pPr>
              <a:defRPr sz="1650" b="0">
                <a:solidFill>
                  <a:srgbClr val="F3F6F8"/>
                </a:solidFill>
                <a:latin typeface="Arial"/>
                <a:ea typeface="Arial"/>
                <a:cs typeface="Arial"/>
              </a:defRPr>
            </a:lvl9pPr>
          </a:lstStyle>
          <a:p xmlns:a="http://schemas.openxmlformats.org/drawingml/2006/main">
            <a:pPr>
              <a:defRPr sz="1650" b="0">
                <a:solidFill>
                  <a:srgbClr val="F3F6F8"/>
                </a:solidFill>
                <a:latin typeface="Arial"/>
                <a:ea typeface="Arial"/>
                <a:cs typeface="Arial"/>
              </a:defRPr>
            </a:pPr>
            <a:r>
              <a:rPr sz="1650" b="0">
                <a:solidFill>
                  <a:srgbClr val="F3F6F8"/>
                </a:solidFill>
                <a:latin typeface="Arial"/>
                <a:ea typeface="Arial"/>
                <a:cs typeface="Arial"/>
              </a:rPr>
              <a:t>A score signals a baseline deviation. It does not confirm a fault or cyberattack.</a:t>
            </a:r>
          </a:p>
        </p:txBody>
      </p:sp>
    </p:spTree>
    <p:extLst>
      <p:ext uri="{BB962C8B-B14F-4D97-AF65-F5344CB8AC3E}">
        <p14:creationId xmlns:p14="http://schemas.microsoft.com/office/powerpoint/2010/main" val="1284316889"/>
      </p:ext>
    </p:extLst>
  </p:cSld>
</p:sld>
</file>

<file path=ppt/slides/slide3.xml><?xml version="1.0" encoding="utf-8"?>
<p:sld xmlns:p="http://schemas.openxmlformats.org/presentationml/2006/main">
  <p:cSld>
    <p:bg>
      <p:bgPr>
        <a:solidFill xmlns:a="http://schemas.openxmlformats.org/drawingml/2006/main">
          <a:srgbClr val="0B111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396CC97-D486-4F9E-A6FC-3852C361B61D}"/>
              </a:ext>
            </a:extLst>
          </p:cNvPr>
          <p:cNvSpPr>
            <a:spLocks xmlns:a="http://schemas.openxmlformats.org/drawingml/2006/main" noGrp="1"/>
          </p:cNvSpPr>
          <p:nvPr/>
        </p:nvSpPr>
        <p:spPr>
          <a:xfrm xmlns:a="http://schemas.openxmlformats.org/drawingml/2006/main">
            <a:off x="723900" y="4572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78D989"/>
                </a:solidFill>
                <a:latin typeface="Arial"/>
                <a:ea typeface="Arial"/>
                <a:cs typeface="Arial"/>
              </a:defRPr>
            </a:defPPr>
            <a:lvl1pPr>
              <a:defRPr sz="1125" b="1">
                <a:solidFill>
                  <a:srgbClr val="78D989"/>
                </a:solidFill>
                <a:latin typeface="Arial"/>
                <a:ea typeface="Arial"/>
                <a:cs typeface="Arial"/>
              </a:defRPr>
            </a:lvl1pPr>
            <a:lvl2pPr>
              <a:defRPr sz="1125" b="1">
                <a:solidFill>
                  <a:srgbClr val="78D989"/>
                </a:solidFill>
                <a:latin typeface="Arial"/>
                <a:ea typeface="Arial"/>
                <a:cs typeface="Arial"/>
              </a:defRPr>
            </a:lvl2pPr>
            <a:lvl3pPr>
              <a:defRPr sz="1125" b="1">
                <a:solidFill>
                  <a:srgbClr val="78D989"/>
                </a:solidFill>
                <a:latin typeface="Arial"/>
                <a:ea typeface="Arial"/>
                <a:cs typeface="Arial"/>
              </a:defRPr>
            </a:lvl3pPr>
            <a:lvl4pPr>
              <a:defRPr sz="1125" b="1">
                <a:solidFill>
                  <a:srgbClr val="78D989"/>
                </a:solidFill>
                <a:latin typeface="Arial"/>
                <a:ea typeface="Arial"/>
                <a:cs typeface="Arial"/>
              </a:defRPr>
            </a:lvl4pPr>
            <a:lvl5pPr>
              <a:defRPr sz="1125" b="1">
                <a:solidFill>
                  <a:srgbClr val="78D989"/>
                </a:solidFill>
                <a:latin typeface="Arial"/>
                <a:ea typeface="Arial"/>
                <a:cs typeface="Arial"/>
              </a:defRPr>
            </a:lvl5pPr>
            <a:lvl6pPr>
              <a:defRPr sz="1125" b="1">
                <a:solidFill>
                  <a:srgbClr val="78D989"/>
                </a:solidFill>
                <a:latin typeface="Arial"/>
                <a:ea typeface="Arial"/>
                <a:cs typeface="Arial"/>
              </a:defRPr>
            </a:lvl6pPr>
            <a:lvl7pPr>
              <a:defRPr sz="1125" b="1">
                <a:solidFill>
                  <a:srgbClr val="78D989"/>
                </a:solidFill>
                <a:latin typeface="Arial"/>
                <a:ea typeface="Arial"/>
                <a:cs typeface="Arial"/>
              </a:defRPr>
            </a:lvl7pPr>
            <a:lvl8pPr>
              <a:defRPr sz="1125" b="1">
                <a:solidFill>
                  <a:srgbClr val="78D989"/>
                </a:solidFill>
                <a:latin typeface="Arial"/>
                <a:ea typeface="Arial"/>
                <a:cs typeface="Arial"/>
              </a:defRPr>
            </a:lvl8pPr>
            <a:lvl9pPr>
              <a:defRPr sz="1125" b="1">
                <a:solidFill>
                  <a:srgbClr val="78D989"/>
                </a:solidFill>
                <a:latin typeface="Arial"/>
                <a:ea typeface="Arial"/>
                <a:cs typeface="Arial"/>
              </a:defRPr>
            </a:lvl9pPr>
          </a:lstStyle>
          <a:p xmlns:a="http://schemas.openxmlformats.org/drawingml/2006/main">
            <a:pPr>
              <a:defRPr sz="1125" b="1">
                <a:solidFill>
                  <a:srgbClr val="78D989"/>
                </a:solidFill>
                <a:latin typeface="Arial"/>
                <a:ea typeface="Arial"/>
                <a:cs typeface="Arial"/>
              </a:defRPr>
            </a:pPr>
            <a:r>
              <a:rPr sz="1125" b="1">
                <a:solidFill>
                  <a:srgbClr val="78D989"/>
                </a:solidFill>
                <a:latin typeface="Arial"/>
                <a:ea typeface="Arial"/>
                <a:cs typeface="Arial"/>
              </a:rPr>
              <a:t>HOW ARGUS WORKS</a:t>
            </a:r>
          </a:p>
        </p:txBody>
      </p:sp>
      <p:sp>
        <p:nvSpPr>
          <p:cNvPr id="2" name="">
            <a:extLst xmlns:a="http://schemas.openxmlformats.org/drawingml/2006/main">
              <a:ext uri="{FF2B5EF4-FFF2-40B4-BE49-F238E27FC236}">
                <a16:creationId xmlns:a16="http://schemas.microsoft.com/office/drawing/2014/main" id="{51E41A71-05B2-4444-83BE-9F0560F69653}"/>
              </a:ext>
            </a:extLst>
          </p:cNvPr>
          <p:cNvSpPr>
            <a:spLocks xmlns:a="http://schemas.openxmlformats.org/drawingml/2006/main" noGrp="1"/>
          </p:cNvSpPr>
          <p:nvPr/>
        </p:nvSpPr>
        <p:spPr>
          <a:xfrm xmlns:a="http://schemas.openxmlformats.org/drawingml/2006/main">
            <a:off x="723900" y="9525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375" b="1">
                <a:solidFill>
                  <a:srgbClr val="F3F6F8"/>
                </a:solidFill>
                <a:latin typeface="Arial"/>
                <a:ea typeface="Arial"/>
                <a:cs typeface="Arial"/>
              </a:defRPr>
            </a:defPPr>
            <a:lvl1pPr>
              <a:defRPr sz="3375" b="1">
                <a:solidFill>
                  <a:srgbClr val="F3F6F8"/>
                </a:solidFill>
                <a:latin typeface="Arial"/>
                <a:ea typeface="Arial"/>
                <a:cs typeface="Arial"/>
              </a:defRPr>
            </a:lvl1pPr>
            <a:lvl2pPr>
              <a:defRPr sz="3375" b="1">
                <a:solidFill>
                  <a:srgbClr val="F3F6F8"/>
                </a:solidFill>
                <a:latin typeface="Arial"/>
                <a:ea typeface="Arial"/>
                <a:cs typeface="Arial"/>
              </a:defRPr>
            </a:lvl2pPr>
            <a:lvl3pPr>
              <a:defRPr sz="3375" b="1">
                <a:solidFill>
                  <a:srgbClr val="F3F6F8"/>
                </a:solidFill>
                <a:latin typeface="Arial"/>
                <a:ea typeface="Arial"/>
                <a:cs typeface="Arial"/>
              </a:defRPr>
            </a:lvl3pPr>
            <a:lvl4pPr>
              <a:defRPr sz="3375" b="1">
                <a:solidFill>
                  <a:srgbClr val="F3F6F8"/>
                </a:solidFill>
                <a:latin typeface="Arial"/>
                <a:ea typeface="Arial"/>
                <a:cs typeface="Arial"/>
              </a:defRPr>
            </a:lvl4pPr>
            <a:lvl5pPr>
              <a:defRPr sz="3375" b="1">
                <a:solidFill>
                  <a:srgbClr val="F3F6F8"/>
                </a:solidFill>
                <a:latin typeface="Arial"/>
                <a:ea typeface="Arial"/>
                <a:cs typeface="Arial"/>
              </a:defRPr>
            </a:lvl5pPr>
            <a:lvl6pPr>
              <a:defRPr sz="3375" b="1">
                <a:solidFill>
                  <a:srgbClr val="F3F6F8"/>
                </a:solidFill>
                <a:latin typeface="Arial"/>
                <a:ea typeface="Arial"/>
                <a:cs typeface="Arial"/>
              </a:defRPr>
            </a:lvl6pPr>
            <a:lvl7pPr>
              <a:defRPr sz="3375" b="1">
                <a:solidFill>
                  <a:srgbClr val="F3F6F8"/>
                </a:solidFill>
                <a:latin typeface="Arial"/>
                <a:ea typeface="Arial"/>
                <a:cs typeface="Arial"/>
              </a:defRPr>
            </a:lvl7pPr>
            <a:lvl8pPr>
              <a:defRPr sz="3375" b="1">
                <a:solidFill>
                  <a:srgbClr val="F3F6F8"/>
                </a:solidFill>
                <a:latin typeface="Arial"/>
                <a:ea typeface="Arial"/>
                <a:cs typeface="Arial"/>
              </a:defRPr>
            </a:lvl8pPr>
            <a:lvl9pPr>
              <a:defRPr sz="3375" b="1">
                <a:solidFill>
                  <a:srgbClr val="F3F6F8"/>
                </a:solidFill>
                <a:latin typeface="Arial"/>
                <a:ea typeface="Arial"/>
                <a:cs typeface="Arial"/>
              </a:defRPr>
            </a:lvl9pPr>
          </a:lstStyle>
          <a:p xmlns:a="http://schemas.openxmlformats.org/drawingml/2006/main">
            <a:pPr>
              <a:defRPr sz="3375" b="1">
                <a:solidFill>
                  <a:srgbClr val="F3F6F8"/>
                </a:solidFill>
                <a:latin typeface="Arial"/>
                <a:ea typeface="Arial"/>
                <a:cs typeface="Arial"/>
              </a:defRPr>
            </a:pPr>
            <a:r>
              <a:rPr sz="3375" b="1">
                <a:solidFill>
                  <a:srgbClr val="F3F6F8"/>
                </a:solidFill>
                <a:latin typeface="Arial"/>
                <a:ea typeface="Arial"/>
                <a:cs typeface="Arial"/>
              </a:rPr>
              <a:t>Detection, retrieval, and voice</a:t>
            </a:r>
          </a:p>
        </p:txBody>
      </p:sp>
      <p:sp>
        <p:nvSpPr>
          <p:cNvPr id="3" name="">
            <a:extLst xmlns:a="http://schemas.openxmlformats.org/drawingml/2006/main">
              <a:ext uri="{FF2B5EF4-FFF2-40B4-BE49-F238E27FC236}">
                <a16:creationId xmlns:a16="http://schemas.microsoft.com/office/drawing/2014/main" id="{0F01FFF4-45F6-44F2-A393-DE257D8260A4}"/>
              </a:ext>
            </a:extLst>
          </p:cNvPr>
          <p:cNvSpPr>
            <a:spLocks xmlns:a="http://schemas.openxmlformats.org/drawingml/2006/main" noGrp="1"/>
          </p:cNvSpPr>
          <p:nvPr/>
        </p:nvSpPr>
        <p:spPr>
          <a:xfrm xmlns:a="http://schemas.openxmlformats.org/drawingml/2006/main">
            <a:off x="723900" y="63246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A8B5C1"/>
                </a:solidFill>
                <a:latin typeface="Arial"/>
                <a:ea typeface="Arial"/>
                <a:cs typeface="Arial"/>
              </a:defRPr>
            </a:defPPr>
            <a:lvl1pPr>
              <a:defRPr sz="975" b="0">
                <a:solidFill>
                  <a:srgbClr val="A8B5C1"/>
                </a:solidFill>
                <a:latin typeface="Arial"/>
                <a:ea typeface="Arial"/>
                <a:cs typeface="Arial"/>
              </a:defRPr>
            </a:lvl1pPr>
            <a:lvl2pPr>
              <a:defRPr sz="975" b="0">
                <a:solidFill>
                  <a:srgbClr val="A8B5C1"/>
                </a:solidFill>
                <a:latin typeface="Arial"/>
                <a:ea typeface="Arial"/>
                <a:cs typeface="Arial"/>
              </a:defRPr>
            </a:lvl2pPr>
            <a:lvl3pPr>
              <a:defRPr sz="975" b="0">
                <a:solidFill>
                  <a:srgbClr val="A8B5C1"/>
                </a:solidFill>
                <a:latin typeface="Arial"/>
                <a:ea typeface="Arial"/>
                <a:cs typeface="Arial"/>
              </a:defRPr>
            </a:lvl3pPr>
            <a:lvl4pPr>
              <a:defRPr sz="975" b="0">
                <a:solidFill>
                  <a:srgbClr val="A8B5C1"/>
                </a:solidFill>
                <a:latin typeface="Arial"/>
                <a:ea typeface="Arial"/>
                <a:cs typeface="Arial"/>
              </a:defRPr>
            </a:lvl4pPr>
            <a:lvl5pPr>
              <a:defRPr sz="975" b="0">
                <a:solidFill>
                  <a:srgbClr val="A8B5C1"/>
                </a:solidFill>
                <a:latin typeface="Arial"/>
                <a:ea typeface="Arial"/>
                <a:cs typeface="Arial"/>
              </a:defRPr>
            </a:lvl5pPr>
            <a:lvl6pPr>
              <a:defRPr sz="975" b="0">
                <a:solidFill>
                  <a:srgbClr val="A8B5C1"/>
                </a:solidFill>
                <a:latin typeface="Arial"/>
                <a:ea typeface="Arial"/>
                <a:cs typeface="Arial"/>
              </a:defRPr>
            </a:lvl6pPr>
            <a:lvl7pPr>
              <a:defRPr sz="975" b="0">
                <a:solidFill>
                  <a:srgbClr val="A8B5C1"/>
                </a:solidFill>
                <a:latin typeface="Arial"/>
                <a:ea typeface="Arial"/>
                <a:cs typeface="Arial"/>
              </a:defRPr>
            </a:lvl7pPr>
            <a:lvl8pPr>
              <a:defRPr sz="975" b="0">
                <a:solidFill>
                  <a:srgbClr val="A8B5C1"/>
                </a:solidFill>
                <a:latin typeface="Arial"/>
                <a:ea typeface="Arial"/>
                <a:cs typeface="Arial"/>
              </a:defRPr>
            </a:lvl8pPr>
            <a:lvl9pPr>
              <a:defRPr sz="975" b="0">
                <a:solidFill>
                  <a:srgbClr val="A8B5C1"/>
                </a:solidFill>
                <a:latin typeface="Arial"/>
                <a:ea typeface="Arial"/>
                <a:cs typeface="Arial"/>
              </a:defRPr>
            </a:lvl9pPr>
          </a:lstStyle>
          <a:p xmlns:a="http://schemas.openxmlformats.org/drawingml/2006/main">
            <a:pPr>
              <a:defRPr sz="975" b="0">
                <a:solidFill>
                  <a:srgbClr val="A8B5C1"/>
                </a:solidFill>
                <a:latin typeface="Arial"/>
                <a:ea typeface="Arial"/>
                <a:cs typeface="Arial"/>
              </a:defRPr>
            </a:pPr>
            <a:r>
              <a:rPr sz="975" b="0">
                <a:solidFill>
                  <a:srgbClr val="A8B5C1"/>
                </a:solidFill>
                <a:latin typeface="Arial"/>
                <a:ea typeface="Arial"/>
                <a:cs typeface="Arial"/>
              </a:rPr>
              <a:t>BUILDATHON PITCH     03 / 05</a:t>
            </a:r>
          </a:p>
        </p:txBody>
      </p:sp>
      <p:sp>
        <p:nvSpPr>
          <p:cNvPr id="4" name="">
            <a:extLst xmlns:a="http://schemas.openxmlformats.org/drawingml/2006/main">
              <a:ext uri="{FF2B5EF4-FFF2-40B4-BE49-F238E27FC236}">
                <a16:creationId xmlns:a16="http://schemas.microsoft.com/office/drawing/2014/main" id="{7C326C70-4BBB-4292-98E5-327C786FAF22}"/>
              </a:ext>
            </a:extLst>
          </p:cNvPr>
          <p:cNvSpPr>
            <a:spLocks xmlns:a="http://schemas.openxmlformats.org/drawingml/2006/main" noGrp="1"/>
          </p:cNvSpPr>
          <p:nvPr/>
        </p:nvSpPr>
        <p:spPr>
          <a:xfrm xmlns:a="http://schemas.openxmlformats.org/drawingml/2006/main">
            <a:off x="742950" y="22479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78D989"/>
                </a:solidFill>
                <a:latin typeface="Arial"/>
                <a:ea typeface="Arial"/>
                <a:cs typeface="Arial"/>
              </a:defRPr>
            </a:defPPr>
            <a:lvl1pPr>
              <a:defRPr sz="2175" b="1">
                <a:solidFill>
                  <a:srgbClr val="78D989"/>
                </a:solidFill>
                <a:latin typeface="Arial"/>
                <a:ea typeface="Arial"/>
                <a:cs typeface="Arial"/>
              </a:defRPr>
            </a:lvl1pPr>
            <a:lvl2pPr>
              <a:defRPr sz="2175" b="1">
                <a:solidFill>
                  <a:srgbClr val="78D989"/>
                </a:solidFill>
                <a:latin typeface="Arial"/>
                <a:ea typeface="Arial"/>
                <a:cs typeface="Arial"/>
              </a:defRPr>
            </a:lvl2pPr>
            <a:lvl3pPr>
              <a:defRPr sz="2175" b="1">
                <a:solidFill>
                  <a:srgbClr val="78D989"/>
                </a:solidFill>
                <a:latin typeface="Arial"/>
                <a:ea typeface="Arial"/>
                <a:cs typeface="Arial"/>
              </a:defRPr>
            </a:lvl3pPr>
            <a:lvl4pPr>
              <a:defRPr sz="2175" b="1">
                <a:solidFill>
                  <a:srgbClr val="78D989"/>
                </a:solidFill>
                <a:latin typeface="Arial"/>
                <a:ea typeface="Arial"/>
                <a:cs typeface="Arial"/>
              </a:defRPr>
            </a:lvl4pPr>
            <a:lvl5pPr>
              <a:defRPr sz="2175" b="1">
                <a:solidFill>
                  <a:srgbClr val="78D989"/>
                </a:solidFill>
                <a:latin typeface="Arial"/>
                <a:ea typeface="Arial"/>
                <a:cs typeface="Arial"/>
              </a:defRPr>
            </a:lvl5pPr>
            <a:lvl6pPr>
              <a:defRPr sz="2175" b="1">
                <a:solidFill>
                  <a:srgbClr val="78D989"/>
                </a:solidFill>
                <a:latin typeface="Arial"/>
                <a:ea typeface="Arial"/>
                <a:cs typeface="Arial"/>
              </a:defRPr>
            </a:lvl6pPr>
            <a:lvl7pPr>
              <a:defRPr sz="2175" b="1">
                <a:solidFill>
                  <a:srgbClr val="78D989"/>
                </a:solidFill>
                <a:latin typeface="Arial"/>
                <a:ea typeface="Arial"/>
                <a:cs typeface="Arial"/>
              </a:defRPr>
            </a:lvl7pPr>
            <a:lvl8pPr>
              <a:defRPr sz="2175" b="1">
                <a:solidFill>
                  <a:srgbClr val="78D989"/>
                </a:solidFill>
                <a:latin typeface="Arial"/>
                <a:ea typeface="Arial"/>
                <a:cs typeface="Arial"/>
              </a:defRPr>
            </a:lvl8pPr>
            <a:lvl9pPr>
              <a:defRPr sz="2175" b="1">
                <a:solidFill>
                  <a:srgbClr val="78D989"/>
                </a:solidFill>
                <a:latin typeface="Arial"/>
                <a:ea typeface="Arial"/>
                <a:cs typeface="Arial"/>
              </a:defRPr>
            </a:lvl9pPr>
          </a:lstStyle>
          <a:p xmlns:a="http://schemas.openxmlformats.org/drawingml/2006/main">
            <a:pPr>
              <a:defRPr sz="2175" b="1">
                <a:solidFill>
                  <a:srgbClr val="78D989"/>
                </a:solidFill>
                <a:latin typeface="Arial"/>
                <a:ea typeface="Arial"/>
                <a:cs typeface="Arial"/>
              </a:defRPr>
            </a:pPr>
            <a:r>
              <a:rPr sz="2175" b="1">
                <a:solidFill>
                  <a:srgbClr val="78D989"/>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81CE571-1B9D-40C3-8C9B-A0F2B81C580C}"/>
              </a:ext>
            </a:extLst>
          </p:cNvPr>
          <p:cNvSpPr>
            <a:spLocks xmlns:a="http://schemas.openxmlformats.org/drawingml/2006/main" noGrp="1"/>
          </p:cNvSpPr>
          <p:nvPr/>
        </p:nvSpPr>
        <p:spPr>
          <a:xfrm xmlns:a="http://schemas.openxmlformats.org/drawingml/2006/main">
            <a:off x="742950" y="2847975"/>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F3F6F8"/>
                </a:solidFill>
                <a:latin typeface="Arial"/>
                <a:ea typeface="Arial"/>
                <a:cs typeface="Arial"/>
              </a:defRPr>
            </a:defPPr>
            <a:lvl1pPr>
              <a:defRPr sz="2025" b="1">
                <a:solidFill>
                  <a:srgbClr val="F3F6F8"/>
                </a:solidFill>
                <a:latin typeface="Arial"/>
                <a:ea typeface="Arial"/>
                <a:cs typeface="Arial"/>
              </a:defRPr>
            </a:lvl1pPr>
            <a:lvl2pPr>
              <a:defRPr sz="2025" b="1">
                <a:solidFill>
                  <a:srgbClr val="F3F6F8"/>
                </a:solidFill>
                <a:latin typeface="Arial"/>
                <a:ea typeface="Arial"/>
                <a:cs typeface="Arial"/>
              </a:defRPr>
            </a:lvl2pPr>
            <a:lvl3pPr>
              <a:defRPr sz="2025" b="1">
                <a:solidFill>
                  <a:srgbClr val="F3F6F8"/>
                </a:solidFill>
                <a:latin typeface="Arial"/>
                <a:ea typeface="Arial"/>
                <a:cs typeface="Arial"/>
              </a:defRPr>
            </a:lvl3pPr>
            <a:lvl4pPr>
              <a:defRPr sz="2025" b="1">
                <a:solidFill>
                  <a:srgbClr val="F3F6F8"/>
                </a:solidFill>
                <a:latin typeface="Arial"/>
                <a:ea typeface="Arial"/>
                <a:cs typeface="Arial"/>
              </a:defRPr>
            </a:lvl4pPr>
            <a:lvl5pPr>
              <a:defRPr sz="2025" b="1">
                <a:solidFill>
                  <a:srgbClr val="F3F6F8"/>
                </a:solidFill>
                <a:latin typeface="Arial"/>
                <a:ea typeface="Arial"/>
                <a:cs typeface="Arial"/>
              </a:defRPr>
            </a:lvl5pPr>
            <a:lvl6pPr>
              <a:defRPr sz="2025" b="1">
                <a:solidFill>
                  <a:srgbClr val="F3F6F8"/>
                </a:solidFill>
                <a:latin typeface="Arial"/>
                <a:ea typeface="Arial"/>
                <a:cs typeface="Arial"/>
              </a:defRPr>
            </a:lvl6pPr>
            <a:lvl7pPr>
              <a:defRPr sz="2025" b="1">
                <a:solidFill>
                  <a:srgbClr val="F3F6F8"/>
                </a:solidFill>
                <a:latin typeface="Arial"/>
                <a:ea typeface="Arial"/>
                <a:cs typeface="Arial"/>
              </a:defRPr>
            </a:lvl7pPr>
            <a:lvl8pPr>
              <a:defRPr sz="2025" b="1">
                <a:solidFill>
                  <a:srgbClr val="F3F6F8"/>
                </a:solidFill>
                <a:latin typeface="Arial"/>
                <a:ea typeface="Arial"/>
                <a:cs typeface="Arial"/>
              </a:defRPr>
            </a:lvl8pPr>
            <a:lvl9pPr>
              <a:defRPr sz="2025" b="1">
                <a:solidFill>
                  <a:srgbClr val="F3F6F8"/>
                </a:solidFill>
                <a:latin typeface="Arial"/>
                <a:ea typeface="Arial"/>
                <a:cs typeface="Arial"/>
              </a:defRPr>
            </a:lvl9pPr>
          </a:lstStyle>
          <a:p xmlns:a="http://schemas.openxmlformats.org/drawingml/2006/main">
            <a:pPr>
              <a:defRPr sz="2025" b="1">
                <a:solidFill>
                  <a:srgbClr val="F3F6F8"/>
                </a:solidFill>
                <a:latin typeface="Arial"/>
                <a:ea typeface="Arial"/>
                <a:cs typeface="Arial"/>
              </a:defRPr>
            </a:pPr>
            <a:r>
              <a:rPr sz="2025" b="1">
                <a:solidFill>
                  <a:srgbClr val="F3F6F8"/>
                </a:solidFill>
                <a:latin typeface="Arial"/>
                <a:ea typeface="Arial"/>
                <a:cs typeface="Arial"/>
              </a:rPr>
              <a:t>Train</a:t>
            </a:r>
          </a:p>
        </p:txBody>
      </p:sp>
      <p:sp>
        <p:nvSpPr>
          <p:cNvPr id="6" name="">
            <a:extLst xmlns:a="http://schemas.openxmlformats.org/drawingml/2006/main">
              <a:ext uri="{FF2B5EF4-FFF2-40B4-BE49-F238E27FC236}">
                <a16:creationId xmlns:a16="http://schemas.microsoft.com/office/drawing/2014/main" id="{2CD916BB-57CF-43C7-B243-275CD9482E60}"/>
              </a:ext>
            </a:extLst>
          </p:cNvPr>
          <p:cNvSpPr>
            <a:spLocks xmlns:a="http://schemas.openxmlformats.org/drawingml/2006/main" noGrp="1"/>
          </p:cNvSpPr>
          <p:nvPr/>
        </p:nvSpPr>
        <p:spPr>
          <a:xfrm xmlns:a="http://schemas.openxmlformats.org/drawingml/2006/main">
            <a:off x="742950" y="3400425"/>
            <a:ext cx="23812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5C1"/>
                </a:solidFill>
                <a:latin typeface="Arial"/>
                <a:ea typeface="Arial"/>
                <a:cs typeface="Arial"/>
              </a:defRPr>
            </a:defPPr>
            <a:lvl1pPr>
              <a:defRPr sz="1500" b="0">
                <a:solidFill>
                  <a:srgbClr val="A8B5C1"/>
                </a:solidFill>
                <a:latin typeface="Arial"/>
                <a:ea typeface="Arial"/>
                <a:cs typeface="Arial"/>
              </a:defRPr>
            </a:lvl1pPr>
            <a:lvl2pPr>
              <a:defRPr sz="1500" b="0">
                <a:solidFill>
                  <a:srgbClr val="A8B5C1"/>
                </a:solidFill>
                <a:latin typeface="Arial"/>
                <a:ea typeface="Arial"/>
                <a:cs typeface="Arial"/>
              </a:defRPr>
            </a:lvl2pPr>
            <a:lvl3pPr>
              <a:defRPr sz="1500" b="0">
                <a:solidFill>
                  <a:srgbClr val="A8B5C1"/>
                </a:solidFill>
                <a:latin typeface="Arial"/>
                <a:ea typeface="Arial"/>
                <a:cs typeface="Arial"/>
              </a:defRPr>
            </a:lvl3pPr>
            <a:lvl4pPr>
              <a:defRPr sz="1500" b="0">
                <a:solidFill>
                  <a:srgbClr val="A8B5C1"/>
                </a:solidFill>
                <a:latin typeface="Arial"/>
                <a:ea typeface="Arial"/>
                <a:cs typeface="Arial"/>
              </a:defRPr>
            </a:lvl4pPr>
            <a:lvl5pPr>
              <a:defRPr sz="1500" b="0">
                <a:solidFill>
                  <a:srgbClr val="A8B5C1"/>
                </a:solidFill>
                <a:latin typeface="Arial"/>
                <a:ea typeface="Arial"/>
                <a:cs typeface="Arial"/>
              </a:defRPr>
            </a:lvl5pPr>
            <a:lvl6pPr>
              <a:defRPr sz="1500" b="0">
                <a:solidFill>
                  <a:srgbClr val="A8B5C1"/>
                </a:solidFill>
                <a:latin typeface="Arial"/>
                <a:ea typeface="Arial"/>
                <a:cs typeface="Arial"/>
              </a:defRPr>
            </a:lvl6pPr>
            <a:lvl7pPr>
              <a:defRPr sz="1500" b="0">
                <a:solidFill>
                  <a:srgbClr val="A8B5C1"/>
                </a:solidFill>
                <a:latin typeface="Arial"/>
                <a:ea typeface="Arial"/>
                <a:cs typeface="Arial"/>
              </a:defRPr>
            </a:lvl7pPr>
            <a:lvl8pPr>
              <a:defRPr sz="1500" b="0">
                <a:solidFill>
                  <a:srgbClr val="A8B5C1"/>
                </a:solidFill>
                <a:latin typeface="Arial"/>
                <a:ea typeface="Arial"/>
                <a:cs typeface="Arial"/>
              </a:defRPr>
            </a:lvl8pPr>
            <a:lvl9pPr>
              <a:defRPr sz="1500" b="0">
                <a:solidFill>
                  <a:srgbClr val="A8B5C1"/>
                </a:solidFill>
                <a:latin typeface="Arial"/>
                <a:ea typeface="Arial"/>
                <a:cs typeface="Arial"/>
              </a:defRPr>
            </a:lvl9pPr>
          </a:lstStyle>
          <a:p xmlns:a="http://schemas.openxmlformats.org/drawingml/2006/main">
            <a:pPr>
              <a:defRPr sz="1500" b="0">
                <a:solidFill>
                  <a:srgbClr val="A8B5C1"/>
                </a:solidFill>
                <a:latin typeface="Arial"/>
                <a:ea typeface="Arial"/>
                <a:cs typeface="Arial"/>
              </a:defRPr>
            </a:pPr>
            <a:r>
              <a:rPr sz="1500" b="0">
                <a:solidFill>
                  <a:srgbClr val="A8B5C1"/>
                </a:solidFill>
                <a:latin typeface="Arial"/>
                <a:ea typeface="Arial"/>
                <a:cs typeface="Arial"/>
              </a:rPr>
              <a:t>LSTM autoencoder learns a normal telemetry baseline.</a:t>
            </a:r>
          </a:p>
        </p:txBody>
      </p:sp>
      <p:sp>
        <p:nvSpPr>
          <p:cNvPr id="7" name="">
            <a:extLst xmlns:a="http://schemas.openxmlformats.org/drawingml/2006/main">
              <a:ext uri="{FF2B5EF4-FFF2-40B4-BE49-F238E27FC236}">
                <a16:creationId xmlns:a16="http://schemas.microsoft.com/office/drawing/2014/main" id="{B25FF58D-913B-4255-A609-534ED8642E0C}"/>
              </a:ext>
            </a:extLst>
          </p:cNvPr>
          <p:cNvSpPr>
            <a:spLocks xmlns:a="http://schemas.openxmlformats.org/drawingml/2006/main" noGrp="1"/>
          </p:cNvSpPr>
          <p:nvPr/>
        </p:nvSpPr>
        <p:spPr>
          <a:xfrm xmlns:a="http://schemas.openxmlformats.org/drawingml/2006/main">
            <a:off x="3524250" y="22479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66D6D1"/>
                </a:solidFill>
                <a:latin typeface="Arial"/>
                <a:ea typeface="Arial"/>
                <a:cs typeface="Arial"/>
              </a:defRPr>
            </a:defPPr>
            <a:lvl1pPr>
              <a:defRPr sz="2175" b="1">
                <a:solidFill>
                  <a:srgbClr val="66D6D1"/>
                </a:solidFill>
                <a:latin typeface="Arial"/>
                <a:ea typeface="Arial"/>
                <a:cs typeface="Arial"/>
              </a:defRPr>
            </a:lvl1pPr>
            <a:lvl2pPr>
              <a:defRPr sz="2175" b="1">
                <a:solidFill>
                  <a:srgbClr val="66D6D1"/>
                </a:solidFill>
                <a:latin typeface="Arial"/>
                <a:ea typeface="Arial"/>
                <a:cs typeface="Arial"/>
              </a:defRPr>
            </a:lvl2pPr>
            <a:lvl3pPr>
              <a:defRPr sz="2175" b="1">
                <a:solidFill>
                  <a:srgbClr val="66D6D1"/>
                </a:solidFill>
                <a:latin typeface="Arial"/>
                <a:ea typeface="Arial"/>
                <a:cs typeface="Arial"/>
              </a:defRPr>
            </a:lvl3pPr>
            <a:lvl4pPr>
              <a:defRPr sz="2175" b="1">
                <a:solidFill>
                  <a:srgbClr val="66D6D1"/>
                </a:solidFill>
                <a:latin typeface="Arial"/>
                <a:ea typeface="Arial"/>
                <a:cs typeface="Arial"/>
              </a:defRPr>
            </a:lvl4pPr>
            <a:lvl5pPr>
              <a:defRPr sz="2175" b="1">
                <a:solidFill>
                  <a:srgbClr val="66D6D1"/>
                </a:solidFill>
                <a:latin typeface="Arial"/>
                <a:ea typeface="Arial"/>
                <a:cs typeface="Arial"/>
              </a:defRPr>
            </a:lvl5pPr>
            <a:lvl6pPr>
              <a:defRPr sz="2175" b="1">
                <a:solidFill>
                  <a:srgbClr val="66D6D1"/>
                </a:solidFill>
                <a:latin typeface="Arial"/>
                <a:ea typeface="Arial"/>
                <a:cs typeface="Arial"/>
              </a:defRPr>
            </a:lvl6pPr>
            <a:lvl7pPr>
              <a:defRPr sz="2175" b="1">
                <a:solidFill>
                  <a:srgbClr val="66D6D1"/>
                </a:solidFill>
                <a:latin typeface="Arial"/>
                <a:ea typeface="Arial"/>
                <a:cs typeface="Arial"/>
              </a:defRPr>
            </a:lvl7pPr>
            <a:lvl8pPr>
              <a:defRPr sz="2175" b="1">
                <a:solidFill>
                  <a:srgbClr val="66D6D1"/>
                </a:solidFill>
                <a:latin typeface="Arial"/>
                <a:ea typeface="Arial"/>
                <a:cs typeface="Arial"/>
              </a:defRPr>
            </a:lvl8pPr>
            <a:lvl9pPr>
              <a:defRPr sz="2175" b="1">
                <a:solidFill>
                  <a:srgbClr val="66D6D1"/>
                </a:solidFill>
                <a:latin typeface="Arial"/>
                <a:ea typeface="Arial"/>
                <a:cs typeface="Arial"/>
              </a:defRPr>
            </a:lvl9pPr>
          </a:lstStyle>
          <a:p xmlns:a="http://schemas.openxmlformats.org/drawingml/2006/main">
            <a:pPr>
              <a:defRPr sz="2175" b="1">
                <a:solidFill>
                  <a:srgbClr val="66D6D1"/>
                </a:solidFill>
                <a:latin typeface="Arial"/>
                <a:ea typeface="Arial"/>
                <a:cs typeface="Arial"/>
              </a:defRPr>
            </a:pPr>
            <a:r>
              <a:rPr sz="2175" b="1">
                <a:solidFill>
                  <a:srgbClr val="66D6D1"/>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CFFCF20-708E-4587-88FE-70ECC9476827}"/>
              </a:ext>
            </a:extLst>
          </p:cNvPr>
          <p:cNvSpPr>
            <a:spLocks xmlns:a="http://schemas.openxmlformats.org/drawingml/2006/main" noGrp="1"/>
          </p:cNvSpPr>
          <p:nvPr/>
        </p:nvSpPr>
        <p:spPr>
          <a:xfrm xmlns:a="http://schemas.openxmlformats.org/drawingml/2006/main">
            <a:off x="3524250" y="2847975"/>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F3F6F8"/>
                </a:solidFill>
                <a:latin typeface="Arial"/>
                <a:ea typeface="Arial"/>
                <a:cs typeface="Arial"/>
              </a:defRPr>
            </a:defPPr>
            <a:lvl1pPr>
              <a:defRPr sz="2025" b="1">
                <a:solidFill>
                  <a:srgbClr val="F3F6F8"/>
                </a:solidFill>
                <a:latin typeface="Arial"/>
                <a:ea typeface="Arial"/>
                <a:cs typeface="Arial"/>
              </a:defRPr>
            </a:lvl1pPr>
            <a:lvl2pPr>
              <a:defRPr sz="2025" b="1">
                <a:solidFill>
                  <a:srgbClr val="F3F6F8"/>
                </a:solidFill>
                <a:latin typeface="Arial"/>
                <a:ea typeface="Arial"/>
                <a:cs typeface="Arial"/>
              </a:defRPr>
            </a:lvl2pPr>
            <a:lvl3pPr>
              <a:defRPr sz="2025" b="1">
                <a:solidFill>
                  <a:srgbClr val="F3F6F8"/>
                </a:solidFill>
                <a:latin typeface="Arial"/>
                <a:ea typeface="Arial"/>
                <a:cs typeface="Arial"/>
              </a:defRPr>
            </a:lvl3pPr>
            <a:lvl4pPr>
              <a:defRPr sz="2025" b="1">
                <a:solidFill>
                  <a:srgbClr val="F3F6F8"/>
                </a:solidFill>
                <a:latin typeface="Arial"/>
                <a:ea typeface="Arial"/>
                <a:cs typeface="Arial"/>
              </a:defRPr>
            </a:lvl4pPr>
            <a:lvl5pPr>
              <a:defRPr sz="2025" b="1">
                <a:solidFill>
                  <a:srgbClr val="F3F6F8"/>
                </a:solidFill>
                <a:latin typeface="Arial"/>
                <a:ea typeface="Arial"/>
                <a:cs typeface="Arial"/>
              </a:defRPr>
            </a:lvl5pPr>
            <a:lvl6pPr>
              <a:defRPr sz="2025" b="1">
                <a:solidFill>
                  <a:srgbClr val="F3F6F8"/>
                </a:solidFill>
                <a:latin typeface="Arial"/>
                <a:ea typeface="Arial"/>
                <a:cs typeface="Arial"/>
              </a:defRPr>
            </a:lvl6pPr>
            <a:lvl7pPr>
              <a:defRPr sz="2025" b="1">
                <a:solidFill>
                  <a:srgbClr val="F3F6F8"/>
                </a:solidFill>
                <a:latin typeface="Arial"/>
                <a:ea typeface="Arial"/>
                <a:cs typeface="Arial"/>
              </a:defRPr>
            </a:lvl7pPr>
            <a:lvl8pPr>
              <a:defRPr sz="2025" b="1">
                <a:solidFill>
                  <a:srgbClr val="F3F6F8"/>
                </a:solidFill>
                <a:latin typeface="Arial"/>
                <a:ea typeface="Arial"/>
                <a:cs typeface="Arial"/>
              </a:defRPr>
            </a:lvl8pPr>
            <a:lvl9pPr>
              <a:defRPr sz="2025" b="1">
                <a:solidFill>
                  <a:srgbClr val="F3F6F8"/>
                </a:solidFill>
                <a:latin typeface="Arial"/>
                <a:ea typeface="Arial"/>
                <a:cs typeface="Arial"/>
              </a:defRPr>
            </a:lvl9pPr>
          </a:lstStyle>
          <a:p xmlns:a="http://schemas.openxmlformats.org/drawingml/2006/main">
            <a:pPr>
              <a:defRPr sz="2025" b="1">
                <a:solidFill>
                  <a:srgbClr val="F3F6F8"/>
                </a:solidFill>
                <a:latin typeface="Arial"/>
                <a:ea typeface="Arial"/>
                <a:cs typeface="Arial"/>
              </a:defRPr>
            </a:pPr>
            <a:r>
              <a:rPr sz="2025" b="1">
                <a:solidFill>
                  <a:srgbClr val="F3F6F8"/>
                </a:solidFill>
                <a:latin typeface="Arial"/>
                <a:ea typeface="Arial"/>
                <a:cs typeface="Arial"/>
              </a:rPr>
              <a:t>Diagnose</a:t>
            </a:r>
          </a:p>
        </p:txBody>
      </p:sp>
      <p:sp>
        <p:nvSpPr>
          <p:cNvPr id="9" name="">
            <a:extLst xmlns:a="http://schemas.openxmlformats.org/drawingml/2006/main">
              <a:ext uri="{FF2B5EF4-FFF2-40B4-BE49-F238E27FC236}">
                <a16:creationId xmlns:a16="http://schemas.microsoft.com/office/drawing/2014/main" id="{2EB33EA1-6968-40C0-A9FF-679D09FC8838}"/>
              </a:ext>
            </a:extLst>
          </p:cNvPr>
          <p:cNvSpPr>
            <a:spLocks xmlns:a="http://schemas.openxmlformats.org/drawingml/2006/main" noGrp="1"/>
          </p:cNvSpPr>
          <p:nvPr/>
        </p:nvSpPr>
        <p:spPr>
          <a:xfrm xmlns:a="http://schemas.openxmlformats.org/drawingml/2006/main">
            <a:off x="3524250" y="3400425"/>
            <a:ext cx="23812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5C1"/>
                </a:solidFill>
                <a:latin typeface="Arial"/>
                <a:ea typeface="Arial"/>
                <a:cs typeface="Arial"/>
              </a:defRPr>
            </a:defPPr>
            <a:lvl1pPr>
              <a:defRPr sz="1500" b="0">
                <a:solidFill>
                  <a:srgbClr val="A8B5C1"/>
                </a:solidFill>
                <a:latin typeface="Arial"/>
                <a:ea typeface="Arial"/>
                <a:cs typeface="Arial"/>
              </a:defRPr>
            </a:lvl1pPr>
            <a:lvl2pPr>
              <a:defRPr sz="1500" b="0">
                <a:solidFill>
                  <a:srgbClr val="A8B5C1"/>
                </a:solidFill>
                <a:latin typeface="Arial"/>
                <a:ea typeface="Arial"/>
                <a:cs typeface="Arial"/>
              </a:defRPr>
            </a:lvl2pPr>
            <a:lvl3pPr>
              <a:defRPr sz="1500" b="0">
                <a:solidFill>
                  <a:srgbClr val="A8B5C1"/>
                </a:solidFill>
                <a:latin typeface="Arial"/>
                <a:ea typeface="Arial"/>
                <a:cs typeface="Arial"/>
              </a:defRPr>
            </a:lvl3pPr>
            <a:lvl4pPr>
              <a:defRPr sz="1500" b="0">
                <a:solidFill>
                  <a:srgbClr val="A8B5C1"/>
                </a:solidFill>
                <a:latin typeface="Arial"/>
                <a:ea typeface="Arial"/>
                <a:cs typeface="Arial"/>
              </a:defRPr>
            </a:lvl4pPr>
            <a:lvl5pPr>
              <a:defRPr sz="1500" b="0">
                <a:solidFill>
                  <a:srgbClr val="A8B5C1"/>
                </a:solidFill>
                <a:latin typeface="Arial"/>
                <a:ea typeface="Arial"/>
                <a:cs typeface="Arial"/>
              </a:defRPr>
            </a:lvl5pPr>
            <a:lvl6pPr>
              <a:defRPr sz="1500" b="0">
                <a:solidFill>
                  <a:srgbClr val="A8B5C1"/>
                </a:solidFill>
                <a:latin typeface="Arial"/>
                <a:ea typeface="Arial"/>
                <a:cs typeface="Arial"/>
              </a:defRPr>
            </a:lvl6pPr>
            <a:lvl7pPr>
              <a:defRPr sz="1500" b="0">
                <a:solidFill>
                  <a:srgbClr val="A8B5C1"/>
                </a:solidFill>
                <a:latin typeface="Arial"/>
                <a:ea typeface="Arial"/>
                <a:cs typeface="Arial"/>
              </a:defRPr>
            </a:lvl7pPr>
            <a:lvl8pPr>
              <a:defRPr sz="1500" b="0">
                <a:solidFill>
                  <a:srgbClr val="A8B5C1"/>
                </a:solidFill>
                <a:latin typeface="Arial"/>
                <a:ea typeface="Arial"/>
                <a:cs typeface="Arial"/>
              </a:defRPr>
            </a:lvl8pPr>
            <a:lvl9pPr>
              <a:defRPr sz="1500" b="0">
                <a:solidFill>
                  <a:srgbClr val="A8B5C1"/>
                </a:solidFill>
                <a:latin typeface="Arial"/>
                <a:ea typeface="Arial"/>
                <a:cs typeface="Arial"/>
              </a:defRPr>
            </a:lvl9pPr>
          </a:lstStyle>
          <a:p xmlns:a="http://schemas.openxmlformats.org/drawingml/2006/main">
            <a:pPr>
              <a:defRPr sz="1500" b="0">
                <a:solidFill>
                  <a:srgbClr val="A8B5C1"/>
                </a:solidFill>
                <a:latin typeface="Arial"/>
                <a:ea typeface="Arial"/>
                <a:cs typeface="Arial"/>
              </a:defRPr>
            </a:pPr>
            <a:r>
              <a:rPr sz="1500" b="0">
                <a:solidFill>
                  <a:srgbClr val="A8B5C1"/>
                </a:solidFill>
                <a:latin typeface="Arial"/>
                <a:ea typeface="Arial"/>
                <a:cs typeface="Arial"/>
              </a:rPr>
              <a:t>Reconstruction error highlights unusual windows and sensor residuals.</a:t>
            </a:r>
          </a:p>
        </p:txBody>
      </p:sp>
      <p:sp>
        <p:nvSpPr>
          <p:cNvPr id="10" name="">
            <a:extLst xmlns:a="http://schemas.openxmlformats.org/drawingml/2006/main">
              <a:ext uri="{FF2B5EF4-FFF2-40B4-BE49-F238E27FC236}">
                <a16:creationId xmlns:a16="http://schemas.microsoft.com/office/drawing/2014/main" id="{FD8ACA93-C372-43C9-BB96-26D511AFEDCE}"/>
              </a:ext>
            </a:extLst>
          </p:cNvPr>
          <p:cNvSpPr>
            <a:spLocks xmlns:a="http://schemas.openxmlformats.org/drawingml/2006/main" noGrp="1"/>
          </p:cNvSpPr>
          <p:nvPr/>
        </p:nvSpPr>
        <p:spPr>
          <a:xfrm xmlns:a="http://schemas.openxmlformats.org/drawingml/2006/main">
            <a:off x="6305550" y="22479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78D989"/>
                </a:solidFill>
                <a:latin typeface="Arial"/>
                <a:ea typeface="Arial"/>
                <a:cs typeface="Arial"/>
              </a:defRPr>
            </a:defPPr>
            <a:lvl1pPr>
              <a:defRPr sz="2175" b="1">
                <a:solidFill>
                  <a:srgbClr val="78D989"/>
                </a:solidFill>
                <a:latin typeface="Arial"/>
                <a:ea typeface="Arial"/>
                <a:cs typeface="Arial"/>
              </a:defRPr>
            </a:lvl1pPr>
            <a:lvl2pPr>
              <a:defRPr sz="2175" b="1">
                <a:solidFill>
                  <a:srgbClr val="78D989"/>
                </a:solidFill>
                <a:latin typeface="Arial"/>
                <a:ea typeface="Arial"/>
                <a:cs typeface="Arial"/>
              </a:defRPr>
            </a:lvl2pPr>
            <a:lvl3pPr>
              <a:defRPr sz="2175" b="1">
                <a:solidFill>
                  <a:srgbClr val="78D989"/>
                </a:solidFill>
                <a:latin typeface="Arial"/>
                <a:ea typeface="Arial"/>
                <a:cs typeface="Arial"/>
              </a:defRPr>
            </a:lvl3pPr>
            <a:lvl4pPr>
              <a:defRPr sz="2175" b="1">
                <a:solidFill>
                  <a:srgbClr val="78D989"/>
                </a:solidFill>
                <a:latin typeface="Arial"/>
                <a:ea typeface="Arial"/>
                <a:cs typeface="Arial"/>
              </a:defRPr>
            </a:lvl4pPr>
            <a:lvl5pPr>
              <a:defRPr sz="2175" b="1">
                <a:solidFill>
                  <a:srgbClr val="78D989"/>
                </a:solidFill>
                <a:latin typeface="Arial"/>
                <a:ea typeface="Arial"/>
                <a:cs typeface="Arial"/>
              </a:defRPr>
            </a:lvl5pPr>
            <a:lvl6pPr>
              <a:defRPr sz="2175" b="1">
                <a:solidFill>
                  <a:srgbClr val="78D989"/>
                </a:solidFill>
                <a:latin typeface="Arial"/>
                <a:ea typeface="Arial"/>
                <a:cs typeface="Arial"/>
              </a:defRPr>
            </a:lvl6pPr>
            <a:lvl7pPr>
              <a:defRPr sz="2175" b="1">
                <a:solidFill>
                  <a:srgbClr val="78D989"/>
                </a:solidFill>
                <a:latin typeface="Arial"/>
                <a:ea typeface="Arial"/>
                <a:cs typeface="Arial"/>
              </a:defRPr>
            </a:lvl7pPr>
            <a:lvl8pPr>
              <a:defRPr sz="2175" b="1">
                <a:solidFill>
                  <a:srgbClr val="78D989"/>
                </a:solidFill>
                <a:latin typeface="Arial"/>
                <a:ea typeface="Arial"/>
                <a:cs typeface="Arial"/>
              </a:defRPr>
            </a:lvl8pPr>
            <a:lvl9pPr>
              <a:defRPr sz="2175" b="1">
                <a:solidFill>
                  <a:srgbClr val="78D989"/>
                </a:solidFill>
                <a:latin typeface="Arial"/>
                <a:ea typeface="Arial"/>
                <a:cs typeface="Arial"/>
              </a:defRPr>
            </a:lvl9pPr>
          </a:lstStyle>
          <a:p xmlns:a="http://schemas.openxmlformats.org/drawingml/2006/main">
            <a:pPr>
              <a:defRPr sz="2175" b="1">
                <a:solidFill>
                  <a:srgbClr val="78D989"/>
                </a:solidFill>
                <a:latin typeface="Arial"/>
                <a:ea typeface="Arial"/>
                <a:cs typeface="Arial"/>
              </a:defRPr>
            </a:pPr>
            <a:r>
              <a:rPr sz="2175" b="1">
                <a:solidFill>
                  <a:srgbClr val="78D989"/>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C843A13-E9BC-418F-A9FD-E1A95F059BD3}"/>
              </a:ext>
            </a:extLst>
          </p:cNvPr>
          <p:cNvSpPr>
            <a:spLocks xmlns:a="http://schemas.openxmlformats.org/drawingml/2006/main" noGrp="1"/>
          </p:cNvSpPr>
          <p:nvPr/>
        </p:nvSpPr>
        <p:spPr>
          <a:xfrm xmlns:a="http://schemas.openxmlformats.org/drawingml/2006/main">
            <a:off x="6305550" y="2847975"/>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F3F6F8"/>
                </a:solidFill>
                <a:latin typeface="Arial"/>
                <a:ea typeface="Arial"/>
                <a:cs typeface="Arial"/>
              </a:defRPr>
            </a:defPPr>
            <a:lvl1pPr>
              <a:defRPr sz="2025" b="1">
                <a:solidFill>
                  <a:srgbClr val="F3F6F8"/>
                </a:solidFill>
                <a:latin typeface="Arial"/>
                <a:ea typeface="Arial"/>
                <a:cs typeface="Arial"/>
              </a:defRPr>
            </a:lvl1pPr>
            <a:lvl2pPr>
              <a:defRPr sz="2025" b="1">
                <a:solidFill>
                  <a:srgbClr val="F3F6F8"/>
                </a:solidFill>
                <a:latin typeface="Arial"/>
                <a:ea typeface="Arial"/>
                <a:cs typeface="Arial"/>
              </a:defRPr>
            </a:lvl2pPr>
            <a:lvl3pPr>
              <a:defRPr sz="2025" b="1">
                <a:solidFill>
                  <a:srgbClr val="F3F6F8"/>
                </a:solidFill>
                <a:latin typeface="Arial"/>
                <a:ea typeface="Arial"/>
                <a:cs typeface="Arial"/>
              </a:defRPr>
            </a:lvl3pPr>
            <a:lvl4pPr>
              <a:defRPr sz="2025" b="1">
                <a:solidFill>
                  <a:srgbClr val="F3F6F8"/>
                </a:solidFill>
                <a:latin typeface="Arial"/>
                <a:ea typeface="Arial"/>
                <a:cs typeface="Arial"/>
              </a:defRPr>
            </a:lvl4pPr>
            <a:lvl5pPr>
              <a:defRPr sz="2025" b="1">
                <a:solidFill>
                  <a:srgbClr val="F3F6F8"/>
                </a:solidFill>
                <a:latin typeface="Arial"/>
                <a:ea typeface="Arial"/>
                <a:cs typeface="Arial"/>
              </a:defRPr>
            </a:lvl5pPr>
            <a:lvl6pPr>
              <a:defRPr sz="2025" b="1">
                <a:solidFill>
                  <a:srgbClr val="F3F6F8"/>
                </a:solidFill>
                <a:latin typeface="Arial"/>
                <a:ea typeface="Arial"/>
                <a:cs typeface="Arial"/>
              </a:defRPr>
            </a:lvl6pPr>
            <a:lvl7pPr>
              <a:defRPr sz="2025" b="1">
                <a:solidFill>
                  <a:srgbClr val="F3F6F8"/>
                </a:solidFill>
                <a:latin typeface="Arial"/>
                <a:ea typeface="Arial"/>
                <a:cs typeface="Arial"/>
              </a:defRPr>
            </a:lvl7pPr>
            <a:lvl8pPr>
              <a:defRPr sz="2025" b="1">
                <a:solidFill>
                  <a:srgbClr val="F3F6F8"/>
                </a:solidFill>
                <a:latin typeface="Arial"/>
                <a:ea typeface="Arial"/>
                <a:cs typeface="Arial"/>
              </a:defRPr>
            </a:lvl8pPr>
            <a:lvl9pPr>
              <a:defRPr sz="2025" b="1">
                <a:solidFill>
                  <a:srgbClr val="F3F6F8"/>
                </a:solidFill>
                <a:latin typeface="Arial"/>
                <a:ea typeface="Arial"/>
                <a:cs typeface="Arial"/>
              </a:defRPr>
            </a:lvl9pPr>
          </a:lstStyle>
          <a:p xmlns:a="http://schemas.openxmlformats.org/drawingml/2006/main">
            <a:pPr>
              <a:defRPr sz="2025" b="1">
                <a:solidFill>
                  <a:srgbClr val="F3F6F8"/>
                </a:solidFill>
                <a:latin typeface="Arial"/>
                <a:ea typeface="Arial"/>
                <a:cs typeface="Arial"/>
              </a:defRPr>
            </a:pPr>
            <a:r>
              <a:rPr sz="2025" b="1">
                <a:solidFill>
                  <a:srgbClr val="F3F6F8"/>
                </a:solidFill>
                <a:latin typeface="Arial"/>
                <a:ea typeface="Arial"/>
                <a:cs typeface="Arial"/>
              </a:rPr>
              <a:t>Retrieve</a:t>
            </a:r>
          </a:p>
        </p:txBody>
      </p:sp>
      <p:sp>
        <p:nvSpPr>
          <p:cNvPr id="12" name="">
            <a:extLst xmlns:a="http://schemas.openxmlformats.org/drawingml/2006/main">
              <a:ext uri="{FF2B5EF4-FFF2-40B4-BE49-F238E27FC236}">
                <a16:creationId xmlns:a16="http://schemas.microsoft.com/office/drawing/2014/main" id="{172BED00-7521-4284-B015-55E5E6B400D3}"/>
              </a:ext>
            </a:extLst>
          </p:cNvPr>
          <p:cNvSpPr>
            <a:spLocks xmlns:a="http://schemas.openxmlformats.org/drawingml/2006/main" noGrp="1"/>
          </p:cNvSpPr>
          <p:nvPr/>
        </p:nvSpPr>
        <p:spPr>
          <a:xfrm xmlns:a="http://schemas.openxmlformats.org/drawingml/2006/main">
            <a:off x="6305550" y="3400425"/>
            <a:ext cx="23812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5C1"/>
                </a:solidFill>
                <a:latin typeface="Arial"/>
                <a:ea typeface="Arial"/>
                <a:cs typeface="Arial"/>
              </a:defRPr>
            </a:defPPr>
            <a:lvl1pPr>
              <a:defRPr sz="1500" b="0">
                <a:solidFill>
                  <a:srgbClr val="A8B5C1"/>
                </a:solidFill>
                <a:latin typeface="Arial"/>
                <a:ea typeface="Arial"/>
                <a:cs typeface="Arial"/>
              </a:defRPr>
            </a:lvl1pPr>
            <a:lvl2pPr>
              <a:defRPr sz="1500" b="0">
                <a:solidFill>
                  <a:srgbClr val="A8B5C1"/>
                </a:solidFill>
                <a:latin typeface="Arial"/>
                <a:ea typeface="Arial"/>
                <a:cs typeface="Arial"/>
              </a:defRPr>
            </a:lvl2pPr>
            <a:lvl3pPr>
              <a:defRPr sz="1500" b="0">
                <a:solidFill>
                  <a:srgbClr val="A8B5C1"/>
                </a:solidFill>
                <a:latin typeface="Arial"/>
                <a:ea typeface="Arial"/>
                <a:cs typeface="Arial"/>
              </a:defRPr>
            </a:lvl3pPr>
            <a:lvl4pPr>
              <a:defRPr sz="1500" b="0">
                <a:solidFill>
                  <a:srgbClr val="A8B5C1"/>
                </a:solidFill>
                <a:latin typeface="Arial"/>
                <a:ea typeface="Arial"/>
                <a:cs typeface="Arial"/>
              </a:defRPr>
            </a:lvl4pPr>
            <a:lvl5pPr>
              <a:defRPr sz="1500" b="0">
                <a:solidFill>
                  <a:srgbClr val="A8B5C1"/>
                </a:solidFill>
                <a:latin typeface="Arial"/>
                <a:ea typeface="Arial"/>
                <a:cs typeface="Arial"/>
              </a:defRPr>
            </a:lvl5pPr>
            <a:lvl6pPr>
              <a:defRPr sz="1500" b="0">
                <a:solidFill>
                  <a:srgbClr val="A8B5C1"/>
                </a:solidFill>
                <a:latin typeface="Arial"/>
                <a:ea typeface="Arial"/>
                <a:cs typeface="Arial"/>
              </a:defRPr>
            </a:lvl6pPr>
            <a:lvl7pPr>
              <a:defRPr sz="1500" b="0">
                <a:solidFill>
                  <a:srgbClr val="A8B5C1"/>
                </a:solidFill>
                <a:latin typeface="Arial"/>
                <a:ea typeface="Arial"/>
                <a:cs typeface="Arial"/>
              </a:defRPr>
            </a:lvl7pPr>
            <a:lvl8pPr>
              <a:defRPr sz="1500" b="0">
                <a:solidFill>
                  <a:srgbClr val="A8B5C1"/>
                </a:solidFill>
                <a:latin typeface="Arial"/>
                <a:ea typeface="Arial"/>
                <a:cs typeface="Arial"/>
              </a:defRPr>
            </a:lvl8pPr>
            <a:lvl9pPr>
              <a:defRPr sz="1500" b="0">
                <a:solidFill>
                  <a:srgbClr val="A8B5C1"/>
                </a:solidFill>
                <a:latin typeface="Arial"/>
                <a:ea typeface="Arial"/>
                <a:cs typeface="Arial"/>
              </a:defRPr>
            </a:lvl9pPr>
          </a:lstStyle>
          <a:p xmlns:a="http://schemas.openxmlformats.org/drawingml/2006/main">
            <a:pPr>
              <a:defRPr sz="1500" b="0">
                <a:solidFill>
                  <a:srgbClr val="A8B5C1"/>
                </a:solidFill>
                <a:latin typeface="Arial"/>
                <a:ea typeface="Arial"/>
                <a:cs typeface="Arial"/>
              </a:defRPr>
            </a:pPr>
            <a:r>
              <a:rPr sz="1500" b="0">
                <a:solidFill>
                  <a:srgbClr val="A8B5C1"/>
                </a:solidFill>
                <a:latin typeface="Arial"/>
                <a:ea typeface="Arial"/>
                <a:cs typeface="Arial"/>
              </a:rPr>
              <a:t>Term overlap finds relevant passages. Groq drafts a source-grounded explanation.</a:t>
            </a:r>
          </a:p>
        </p:txBody>
      </p:sp>
      <p:sp>
        <p:nvSpPr>
          <p:cNvPr id="13" name="">
            <a:extLst xmlns:a="http://schemas.openxmlformats.org/drawingml/2006/main">
              <a:ext uri="{FF2B5EF4-FFF2-40B4-BE49-F238E27FC236}">
                <a16:creationId xmlns:a16="http://schemas.microsoft.com/office/drawing/2014/main" id="{B9E86278-D203-40A7-9FC0-D1542F94B995}"/>
              </a:ext>
            </a:extLst>
          </p:cNvPr>
          <p:cNvSpPr>
            <a:spLocks xmlns:a="http://schemas.openxmlformats.org/drawingml/2006/main" noGrp="1"/>
          </p:cNvSpPr>
          <p:nvPr/>
        </p:nvSpPr>
        <p:spPr>
          <a:xfrm xmlns:a="http://schemas.openxmlformats.org/drawingml/2006/main">
            <a:off x="9086850" y="22479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66D6D1"/>
                </a:solidFill>
                <a:latin typeface="Arial"/>
                <a:ea typeface="Arial"/>
                <a:cs typeface="Arial"/>
              </a:defRPr>
            </a:defPPr>
            <a:lvl1pPr>
              <a:defRPr sz="2175" b="1">
                <a:solidFill>
                  <a:srgbClr val="66D6D1"/>
                </a:solidFill>
                <a:latin typeface="Arial"/>
                <a:ea typeface="Arial"/>
                <a:cs typeface="Arial"/>
              </a:defRPr>
            </a:lvl1pPr>
            <a:lvl2pPr>
              <a:defRPr sz="2175" b="1">
                <a:solidFill>
                  <a:srgbClr val="66D6D1"/>
                </a:solidFill>
                <a:latin typeface="Arial"/>
                <a:ea typeface="Arial"/>
                <a:cs typeface="Arial"/>
              </a:defRPr>
            </a:lvl2pPr>
            <a:lvl3pPr>
              <a:defRPr sz="2175" b="1">
                <a:solidFill>
                  <a:srgbClr val="66D6D1"/>
                </a:solidFill>
                <a:latin typeface="Arial"/>
                <a:ea typeface="Arial"/>
                <a:cs typeface="Arial"/>
              </a:defRPr>
            </a:lvl3pPr>
            <a:lvl4pPr>
              <a:defRPr sz="2175" b="1">
                <a:solidFill>
                  <a:srgbClr val="66D6D1"/>
                </a:solidFill>
                <a:latin typeface="Arial"/>
                <a:ea typeface="Arial"/>
                <a:cs typeface="Arial"/>
              </a:defRPr>
            </a:lvl4pPr>
            <a:lvl5pPr>
              <a:defRPr sz="2175" b="1">
                <a:solidFill>
                  <a:srgbClr val="66D6D1"/>
                </a:solidFill>
                <a:latin typeface="Arial"/>
                <a:ea typeface="Arial"/>
                <a:cs typeface="Arial"/>
              </a:defRPr>
            </a:lvl5pPr>
            <a:lvl6pPr>
              <a:defRPr sz="2175" b="1">
                <a:solidFill>
                  <a:srgbClr val="66D6D1"/>
                </a:solidFill>
                <a:latin typeface="Arial"/>
                <a:ea typeface="Arial"/>
                <a:cs typeface="Arial"/>
              </a:defRPr>
            </a:lvl6pPr>
            <a:lvl7pPr>
              <a:defRPr sz="2175" b="1">
                <a:solidFill>
                  <a:srgbClr val="66D6D1"/>
                </a:solidFill>
                <a:latin typeface="Arial"/>
                <a:ea typeface="Arial"/>
                <a:cs typeface="Arial"/>
              </a:defRPr>
            </a:lvl7pPr>
            <a:lvl8pPr>
              <a:defRPr sz="2175" b="1">
                <a:solidFill>
                  <a:srgbClr val="66D6D1"/>
                </a:solidFill>
                <a:latin typeface="Arial"/>
                <a:ea typeface="Arial"/>
                <a:cs typeface="Arial"/>
              </a:defRPr>
            </a:lvl8pPr>
            <a:lvl9pPr>
              <a:defRPr sz="2175" b="1">
                <a:solidFill>
                  <a:srgbClr val="66D6D1"/>
                </a:solidFill>
                <a:latin typeface="Arial"/>
                <a:ea typeface="Arial"/>
                <a:cs typeface="Arial"/>
              </a:defRPr>
            </a:lvl9pPr>
          </a:lstStyle>
          <a:p xmlns:a="http://schemas.openxmlformats.org/drawingml/2006/main">
            <a:pPr>
              <a:defRPr sz="2175" b="1">
                <a:solidFill>
                  <a:srgbClr val="66D6D1"/>
                </a:solidFill>
                <a:latin typeface="Arial"/>
                <a:ea typeface="Arial"/>
                <a:cs typeface="Arial"/>
              </a:defRPr>
            </a:pPr>
            <a:r>
              <a:rPr sz="2175" b="1">
                <a:solidFill>
                  <a:srgbClr val="66D6D1"/>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D328A970-BF83-4B1D-ACCA-CB72078CC23D}"/>
              </a:ext>
            </a:extLst>
          </p:cNvPr>
          <p:cNvSpPr>
            <a:spLocks xmlns:a="http://schemas.openxmlformats.org/drawingml/2006/main" noGrp="1"/>
          </p:cNvSpPr>
          <p:nvPr/>
        </p:nvSpPr>
        <p:spPr>
          <a:xfrm xmlns:a="http://schemas.openxmlformats.org/drawingml/2006/main">
            <a:off x="9086850" y="2847975"/>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F3F6F8"/>
                </a:solidFill>
                <a:latin typeface="Arial"/>
                <a:ea typeface="Arial"/>
                <a:cs typeface="Arial"/>
              </a:defRPr>
            </a:defPPr>
            <a:lvl1pPr>
              <a:defRPr sz="2025" b="1">
                <a:solidFill>
                  <a:srgbClr val="F3F6F8"/>
                </a:solidFill>
                <a:latin typeface="Arial"/>
                <a:ea typeface="Arial"/>
                <a:cs typeface="Arial"/>
              </a:defRPr>
            </a:lvl1pPr>
            <a:lvl2pPr>
              <a:defRPr sz="2025" b="1">
                <a:solidFill>
                  <a:srgbClr val="F3F6F8"/>
                </a:solidFill>
                <a:latin typeface="Arial"/>
                <a:ea typeface="Arial"/>
                <a:cs typeface="Arial"/>
              </a:defRPr>
            </a:lvl2pPr>
            <a:lvl3pPr>
              <a:defRPr sz="2025" b="1">
                <a:solidFill>
                  <a:srgbClr val="F3F6F8"/>
                </a:solidFill>
                <a:latin typeface="Arial"/>
                <a:ea typeface="Arial"/>
                <a:cs typeface="Arial"/>
              </a:defRPr>
            </a:lvl3pPr>
            <a:lvl4pPr>
              <a:defRPr sz="2025" b="1">
                <a:solidFill>
                  <a:srgbClr val="F3F6F8"/>
                </a:solidFill>
                <a:latin typeface="Arial"/>
                <a:ea typeface="Arial"/>
                <a:cs typeface="Arial"/>
              </a:defRPr>
            </a:lvl4pPr>
            <a:lvl5pPr>
              <a:defRPr sz="2025" b="1">
                <a:solidFill>
                  <a:srgbClr val="F3F6F8"/>
                </a:solidFill>
                <a:latin typeface="Arial"/>
                <a:ea typeface="Arial"/>
                <a:cs typeface="Arial"/>
              </a:defRPr>
            </a:lvl5pPr>
            <a:lvl6pPr>
              <a:defRPr sz="2025" b="1">
                <a:solidFill>
                  <a:srgbClr val="F3F6F8"/>
                </a:solidFill>
                <a:latin typeface="Arial"/>
                <a:ea typeface="Arial"/>
                <a:cs typeface="Arial"/>
              </a:defRPr>
            </a:lvl6pPr>
            <a:lvl7pPr>
              <a:defRPr sz="2025" b="1">
                <a:solidFill>
                  <a:srgbClr val="F3F6F8"/>
                </a:solidFill>
                <a:latin typeface="Arial"/>
                <a:ea typeface="Arial"/>
                <a:cs typeface="Arial"/>
              </a:defRPr>
            </a:lvl7pPr>
            <a:lvl8pPr>
              <a:defRPr sz="2025" b="1">
                <a:solidFill>
                  <a:srgbClr val="F3F6F8"/>
                </a:solidFill>
                <a:latin typeface="Arial"/>
                <a:ea typeface="Arial"/>
                <a:cs typeface="Arial"/>
              </a:defRPr>
            </a:lvl8pPr>
            <a:lvl9pPr>
              <a:defRPr sz="2025" b="1">
                <a:solidFill>
                  <a:srgbClr val="F3F6F8"/>
                </a:solidFill>
                <a:latin typeface="Arial"/>
                <a:ea typeface="Arial"/>
                <a:cs typeface="Arial"/>
              </a:defRPr>
            </a:lvl9pPr>
          </a:lstStyle>
          <a:p xmlns:a="http://schemas.openxmlformats.org/drawingml/2006/main">
            <a:pPr>
              <a:defRPr sz="2025" b="1">
                <a:solidFill>
                  <a:srgbClr val="F3F6F8"/>
                </a:solidFill>
                <a:latin typeface="Arial"/>
                <a:ea typeface="Arial"/>
                <a:cs typeface="Arial"/>
              </a:defRPr>
            </a:pPr>
            <a:r>
              <a:rPr sz="2025" b="1">
                <a:solidFill>
                  <a:srgbClr val="F3F6F8"/>
                </a:solidFill>
                <a:latin typeface="Arial"/>
                <a:ea typeface="Arial"/>
                <a:cs typeface="Arial"/>
              </a:rPr>
              <a:t>Speak</a:t>
            </a:r>
          </a:p>
        </p:txBody>
      </p:sp>
      <p:sp>
        <p:nvSpPr>
          <p:cNvPr id="15" name="">
            <a:extLst xmlns:a="http://schemas.openxmlformats.org/drawingml/2006/main">
              <a:ext uri="{FF2B5EF4-FFF2-40B4-BE49-F238E27FC236}">
                <a16:creationId xmlns:a16="http://schemas.microsoft.com/office/drawing/2014/main" id="{7048F88E-7433-431F-A427-5F43ADEA756D}"/>
              </a:ext>
            </a:extLst>
          </p:cNvPr>
          <p:cNvSpPr>
            <a:spLocks xmlns:a="http://schemas.openxmlformats.org/drawingml/2006/main" noGrp="1"/>
          </p:cNvSpPr>
          <p:nvPr/>
        </p:nvSpPr>
        <p:spPr>
          <a:xfrm xmlns:a="http://schemas.openxmlformats.org/drawingml/2006/main">
            <a:off x="9086850" y="3400425"/>
            <a:ext cx="23812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5C1"/>
                </a:solidFill>
                <a:latin typeface="Arial"/>
                <a:ea typeface="Arial"/>
                <a:cs typeface="Arial"/>
              </a:defRPr>
            </a:defPPr>
            <a:lvl1pPr>
              <a:defRPr sz="1500" b="0">
                <a:solidFill>
                  <a:srgbClr val="A8B5C1"/>
                </a:solidFill>
                <a:latin typeface="Arial"/>
                <a:ea typeface="Arial"/>
                <a:cs typeface="Arial"/>
              </a:defRPr>
            </a:lvl1pPr>
            <a:lvl2pPr>
              <a:defRPr sz="1500" b="0">
                <a:solidFill>
                  <a:srgbClr val="A8B5C1"/>
                </a:solidFill>
                <a:latin typeface="Arial"/>
                <a:ea typeface="Arial"/>
                <a:cs typeface="Arial"/>
              </a:defRPr>
            </a:lvl2pPr>
            <a:lvl3pPr>
              <a:defRPr sz="1500" b="0">
                <a:solidFill>
                  <a:srgbClr val="A8B5C1"/>
                </a:solidFill>
                <a:latin typeface="Arial"/>
                <a:ea typeface="Arial"/>
                <a:cs typeface="Arial"/>
              </a:defRPr>
            </a:lvl3pPr>
            <a:lvl4pPr>
              <a:defRPr sz="1500" b="0">
                <a:solidFill>
                  <a:srgbClr val="A8B5C1"/>
                </a:solidFill>
                <a:latin typeface="Arial"/>
                <a:ea typeface="Arial"/>
                <a:cs typeface="Arial"/>
              </a:defRPr>
            </a:lvl4pPr>
            <a:lvl5pPr>
              <a:defRPr sz="1500" b="0">
                <a:solidFill>
                  <a:srgbClr val="A8B5C1"/>
                </a:solidFill>
                <a:latin typeface="Arial"/>
                <a:ea typeface="Arial"/>
                <a:cs typeface="Arial"/>
              </a:defRPr>
            </a:lvl5pPr>
            <a:lvl6pPr>
              <a:defRPr sz="1500" b="0">
                <a:solidFill>
                  <a:srgbClr val="A8B5C1"/>
                </a:solidFill>
                <a:latin typeface="Arial"/>
                <a:ea typeface="Arial"/>
                <a:cs typeface="Arial"/>
              </a:defRPr>
            </a:lvl6pPr>
            <a:lvl7pPr>
              <a:defRPr sz="1500" b="0">
                <a:solidFill>
                  <a:srgbClr val="A8B5C1"/>
                </a:solidFill>
                <a:latin typeface="Arial"/>
                <a:ea typeface="Arial"/>
                <a:cs typeface="Arial"/>
              </a:defRPr>
            </a:lvl7pPr>
            <a:lvl8pPr>
              <a:defRPr sz="1500" b="0">
                <a:solidFill>
                  <a:srgbClr val="A8B5C1"/>
                </a:solidFill>
                <a:latin typeface="Arial"/>
                <a:ea typeface="Arial"/>
                <a:cs typeface="Arial"/>
              </a:defRPr>
            </a:lvl8pPr>
            <a:lvl9pPr>
              <a:defRPr sz="1500" b="0">
                <a:solidFill>
                  <a:srgbClr val="A8B5C1"/>
                </a:solidFill>
                <a:latin typeface="Arial"/>
                <a:ea typeface="Arial"/>
                <a:cs typeface="Arial"/>
              </a:defRPr>
            </a:lvl9pPr>
          </a:lstStyle>
          <a:p xmlns:a="http://schemas.openxmlformats.org/drawingml/2006/main">
            <a:pPr>
              <a:defRPr sz="1500" b="0">
                <a:solidFill>
                  <a:srgbClr val="A8B5C1"/>
                </a:solidFill>
                <a:latin typeface="Arial"/>
                <a:ea typeface="Arial"/>
                <a:cs typeface="Arial"/>
              </a:defRPr>
            </a:pPr>
            <a:r>
              <a:rPr sz="1500" b="0">
                <a:solidFill>
                  <a:srgbClr val="A8B5C1"/>
                </a:solidFill>
                <a:latin typeface="Arial"/>
                <a:ea typeface="Arial"/>
                <a:cs typeface="Arial"/>
              </a:rPr>
              <a:t>Bolna carries the question and event context to Argus. Interactions are logged for review.</a:t>
            </a:r>
          </a:p>
        </p:txBody>
      </p:sp>
      <p:sp>
        <p:nvSpPr>
          <p:cNvPr id="16" name="">
            <a:extLst xmlns:a="http://schemas.openxmlformats.org/drawingml/2006/main">
              <a:ext uri="{FF2B5EF4-FFF2-40B4-BE49-F238E27FC236}">
                <a16:creationId xmlns:a16="http://schemas.microsoft.com/office/drawing/2014/main" id="{2EF0F3F2-4CB1-4F9A-B4C4-0D7D7E9C5849}"/>
              </a:ext>
            </a:extLst>
          </p:cNvPr>
          <p:cNvSpPr>
            <a:spLocks xmlns:a="http://schemas.openxmlformats.org/drawingml/2006/main" noGrp="1"/>
          </p:cNvSpPr>
          <p:nvPr/>
        </p:nvSpPr>
        <p:spPr>
          <a:xfrm xmlns:a="http://schemas.openxmlformats.org/drawingml/2006/main">
            <a:off x="742950" y="5286375"/>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3F6F8"/>
                </a:solidFill>
                <a:latin typeface="Arial"/>
                <a:ea typeface="Arial"/>
                <a:cs typeface="Arial"/>
              </a:defRPr>
            </a:defPPr>
            <a:lvl1pPr>
              <a:defRPr sz="1500" b="0">
                <a:solidFill>
                  <a:srgbClr val="F3F6F8"/>
                </a:solidFill>
                <a:latin typeface="Arial"/>
                <a:ea typeface="Arial"/>
                <a:cs typeface="Arial"/>
              </a:defRPr>
            </a:lvl1pPr>
            <a:lvl2pPr>
              <a:defRPr sz="1500" b="0">
                <a:solidFill>
                  <a:srgbClr val="F3F6F8"/>
                </a:solidFill>
                <a:latin typeface="Arial"/>
                <a:ea typeface="Arial"/>
                <a:cs typeface="Arial"/>
              </a:defRPr>
            </a:lvl2pPr>
            <a:lvl3pPr>
              <a:defRPr sz="1500" b="0">
                <a:solidFill>
                  <a:srgbClr val="F3F6F8"/>
                </a:solidFill>
                <a:latin typeface="Arial"/>
                <a:ea typeface="Arial"/>
                <a:cs typeface="Arial"/>
              </a:defRPr>
            </a:lvl3pPr>
            <a:lvl4pPr>
              <a:defRPr sz="1500" b="0">
                <a:solidFill>
                  <a:srgbClr val="F3F6F8"/>
                </a:solidFill>
                <a:latin typeface="Arial"/>
                <a:ea typeface="Arial"/>
                <a:cs typeface="Arial"/>
              </a:defRPr>
            </a:lvl4pPr>
            <a:lvl5pPr>
              <a:defRPr sz="1500" b="0">
                <a:solidFill>
                  <a:srgbClr val="F3F6F8"/>
                </a:solidFill>
                <a:latin typeface="Arial"/>
                <a:ea typeface="Arial"/>
                <a:cs typeface="Arial"/>
              </a:defRPr>
            </a:lvl5pPr>
            <a:lvl6pPr>
              <a:defRPr sz="1500" b="0">
                <a:solidFill>
                  <a:srgbClr val="F3F6F8"/>
                </a:solidFill>
                <a:latin typeface="Arial"/>
                <a:ea typeface="Arial"/>
                <a:cs typeface="Arial"/>
              </a:defRPr>
            </a:lvl6pPr>
            <a:lvl7pPr>
              <a:defRPr sz="1500" b="0">
                <a:solidFill>
                  <a:srgbClr val="F3F6F8"/>
                </a:solidFill>
                <a:latin typeface="Arial"/>
                <a:ea typeface="Arial"/>
                <a:cs typeface="Arial"/>
              </a:defRPr>
            </a:lvl7pPr>
            <a:lvl8pPr>
              <a:defRPr sz="1500" b="0">
                <a:solidFill>
                  <a:srgbClr val="F3F6F8"/>
                </a:solidFill>
                <a:latin typeface="Arial"/>
                <a:ea typeface="Arial"/>
                <a:cs typeface="Arial"/>
              </a:defRPr>
            </a:lvl8pPr>
            <a:lvl9pPr>
              <a:defRPr sz="1500" b="0">
                <a:solidFill>
                  <a:srgbClr val="F3F6F8"/>
                </a:solidFill>
                <a:latin typeface="Arial"/>
                <a:ea typeface="Arial"/>
                <a:cs typeface="Arial"/>
              </a:defRPr>
            </a:lvl9pPr>
          </a:lstStyle>
          <a:p xmlns:a="http://schemas.openxmlformats.org/drawingml/2006/main">
            <a:pPr>
              <a:defRPr sz="1500" b="0">
                <a:solidFill>
                  <a:srgbClr val="F3F6F8"/>
                </a:solidFill>
                <a:latin typeface="Arial"/>
                <a:ea typeface="Arial"/>
                <a:cs typeface="Arial"/>
              </a:defRPr>
            </a:pPr>
            <a:r>
              <a:rPr sz="1500" b="0">
                <a:solidFill>
                  <a:srgbClr val="F3F6F8"/>
                </a:solidFill>
                <a:latin typeface="Arial"/>
                <a:ea typeface="Arial"/>
                <a:cs typeface="Arial"/>
              </a:rPr>
              <a:t>Retrieval relevance helps explain why a source matched. It is not a measure of answer correctness.</a:t>
            </a:r>
          </a:p>
        </p:txBody>
      </p:sp>
    </p:spTree>
    <p:extLst>
      <p:ext uri="{BB962C8B-B14F-4D97-AF65-F5344CB8AC3E}">
        <p14:creationId xmlns:p14="http://schemas.microsoft.com/office/powerpoint/2010/main" val="1852988084"/>
      </p:ext>
    </p:extLst>
  </p:cSld>
</p:sld>
</file>

<file path=ppt/slides/slide4.xml><?xml version="1.0" encoding="utf-8"?>
<p:sld xmlns:p="http://schemas.openxmlformats.org/presentationml/2006/main">
  <p:cSld>
    <p:bg>
      <p:bgPr>
        <a:solidFill xmlns:a="http://schemas.openxmlformats.org/drawingml/2006/main">
          <a:srgbClr val="0B111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BFA7D27-BDE0-49C1-B81B-233CA61779BE}"/>
              </a:ext>
            </a:extLst>
          </p:cNvPr>
          <p:cNvSpPr>
            <a:spLocks xmlns:a="http://schemas.openxmlformats.org/drawingml/2006/main" noGrp="1"/>
          </p:cNvSpPr>
          <p:nvPr/>
        </p:nvSpPr>
        <p:spPr>
          <a:xfrm xmlns:a="http://schemas.openxmlformats.org/drawingml/2006/main">
            <a:off x="723900" y="4572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78D989"/>
                </a:solidFill>
                <a:latin typeface="Arial"/>
                <a:ea typeface="Arial"/>
                <a:cs typeface="Arial"/>
              </a:defRPr>
            </a:defPPr>
            <a:lvl1pPr>
              <a:defRPr sz="1125" b="1">
                <a:solidFill>
                  <a:srgbClr val="78D989"/>
                </a:solidFill>
                <a:latin typeface="Arial"/>
                <a:ea typeface="Arial"/>
                <a:cs typeface="Arial"/>
              </a:defRPr>
            </a:lvl1pPr>
            <a:lvl2pPr>
              <a:defRPr sz="1125" b="1">
                <a:solidFill>
                  <a:srgbClr val="78D989"/>
                </a:solidFill>
                <a:latin typeface="Arial"/>
                <a:ea typeface="Arial"/>
                <a:cs typeface="Arial"/>
              </a:defRPr>
            </a:lvl2pPr>
            <a:lvl3pPr>
              <a:defRPr sz="1125" b="1">
                <a:solidFill>
                  <a:srgbClr val="78D989"/>
                </a:solidFill>
                <a:latin typeface="Arial"/>
                <a:ea typeface="Arial"/>
                <a:cs typeface="Arial"/>
              </a:defRPr>
            </a:lvl3pPr>
            <a:lvl4pPr>
              <a:defRPr sz="1125" b="1">
                <a:solidFill>
                  <a:srgbClr val="78D989"/>
                </a:solidFill>
                <a:latin typeface="Arial"/>
                <a:ea typeface="Arial"/>
                <a:cs typeface="Arial"/>
              </a:defRPr>
            </a:lvl4pPr>
            <a:lvl5pPr>
              <a:defRPr sz="1125" b="1">
                <a:solidFill>
                  <a:srgbClr val="78D989"/>
                </a:solidFill>
                <a:latin typeface="Arial"/>
                <a:ea typeface="Arial"/>
                <a:cs typeface="Arial"/>
              </a:defRPr>
            </a:lvl5pPr>
            <a:lvl6pPr>
              <a:defRPr sz="1125" b="1">
                <a:solidFill>
                  <a:srgbClr val="78D989"/>
                </a:solidFill>
                <a:latin typeface="Arial"/>
                <a:ea typeface="Arial"/>
                <a:cs typeface="Arial"/>
              </a:defRPr>
            </a:lvl6pPr>
            <a:lvl7pPr>
              <a:defRPr sz="1125" b="1">
                <a:solidFill>
                  <a:srgbClr val="78D989"/>
                </a:solidFill>
                <a:latin typeface="Arial"/>
                <a:ea typeface="Arial"/>
                <a:cs typeface="Arial"/>
              </a:defRPr>
            </a:lvl7pPr>
            <a:lvl8pPr>
              <a:defRPr sz="1125" b="1">
                <a:solidFill>
                  <a:srgbClr val="78D989"/>
                </a:solidFill>
                <a:latin typeface="Arial"/>
                <a:ea typeface="Arial"/>
                <a:cs typeface="Arial"/>
              </a:defRPr>
            </a:lvl8pPr>
            <a:lvl9pPr>
              <a:defRPr sz="1125" b="1">
                <a:solidFill>
                  <a:srgbClr val="78D989"/>
                </a:solidFill>
                <a:latin typeface="Arial"/>
                <a:ea typeface="Arial"/>
                <a:cs typeface="Arial"/>
              </a:defRPr>
            </a:lvl9pPr>
          </a:lstStyle>
          <a:p xmlns:a="http://schemas.openxmlformats.org/drawingml/2006/main">
            <a:pPr>
              <a:defRPr sz="1125" b="1">
                <a:solidFill>
                  <a:srgbClr val="78D989"/>
                </a:solidFill>
                <a:latin typeface="Arial"/>
                <a:ea typeface="Arial"/>
                <a:cs typeface="Arial"/>
              </a:defRPr>
            </a:pPr>
            <a:r>
              <a:rPr sz="1125" b="1">
                <a:solidFill>
                  <a:srgbClr val="78D989"/>
                </a:solidFill>
                <a:latin typeface="Arial"/>
                <a:ea typeface="Arial"/>
                <a:cs typeface="Arial"/>
              </a:rPr>
              <a:t>LIVE PRODUCT DEMO</a:t>
            </a:r>
          </a:p>
        </p:txBody>
      </p:sp>
      <p:sp>
        <p:nvSpPr>
          <p:cNvPr id="2" name="">
            <a:extLst xmlns:a="http://schemas.openxmlformats.org/drawingml/2006/main">
              <a:ext uri="{FF2B5EF4-FFF2-40B4-BE49-F238E27FC236}">
                <a16:creationId xmlns:a16="http://schemas.microsoft.com/office/drawing/2014/main" id="{B6F274CB-0BB2-4EAE-9152-C2D167D85483}"/>
              </a:ext>
            </a:extLst>
          </p:cNvPr>
          <p:cNvSpPr>
            <a:spLocks xmlns:a="http://schemas.openxmlformats.org/drawingml/2006/main" noGrp="1"/>
          </p:cNvSpPr>
          <p:nvPr/>
        </p:nvSpPr>
        <p:spPr>
          <a:xfrm xmlns:a="http://schemas.openxmlformats.org/drawingml/2006/main">
            <a:off x="723900" y="9525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375" b="1">
                <a:solidFill>
                  <a:srgbClr val="F3F6F8"/>
                </a:solidFill>
                <a:latin typeface="Arial"/>
                <a:ea typeface="Arial"/>
                <a:cs typeface="Arial"/>
              </a:defRPr>
            </a:defPPr>
            <a:lvl1pPr>
              <a:defRPr sz="3375" b="1">
                <a:solidFill>
                  <a:srgbClr val="F3F6F8"/>
                </a:solidFill>
                <a:latin typeface="Arial"/>
                <a:ea typeface="Arial"/>
                <a:cs typeface="Arial"/>
              </a:defRPr>
            </a:lvl1pPr>
            <a:lvl2pPr>
              <a:defRPr sz="3375" b="1">
                <a:solidFill>
                  <a:srgbClr val="F3F6F8"/>
                </a:solidFill>
                <a:latin typeface="Arial"/>
                <a:ea typeface="Arial"/>
                <a:cs typeface="Arial"/>
              </a:defRPr>
            </a:lvl2pPr>
            <a:lvl3pPr>
              <a:defRPr sz="3375" b="1">
                <a:solidFill>
                  <a:srgbClr val="F3F6F8"/>
                </a:solidFill>
                <a:latin typeface="Arial"/>
                <a:ea typeface="Arial"/>
                <a:cs typeface="Arial"/>
              </a:defRPr>
            </a:lvl3pPr>
            <a:lvl4pPr>
              <a:defRPr sz="3375" b="1">
                <a:solidFill>
                  <a:srgbClr val="F3F6F8"/>
                </a:solidFill>
                <a:latin typeface="Arial"/>
                <a:ea typeface="Arial"/>
                <a:cs typeface="Arial"/>
              </a:defRPr>
            </a:lvl4pPr>
            <a:lvl5pPr>
              <a:defRPr sz="3375" b="1">
                <a:solidFill>
                  <a:srgbClr val="F3F6F8"/>
                </a:solidFill>
                <a:latin typeface="Arial"/>
                <a:ea typeface="Arial"/>
                <a:cs typeface="Arial"/>
              </a:defRPr>
            </a:lvl5pPr>
            <a:lvl6pPr>
              <a:defRPr sz="3375" b="1">
                <a:solidFill>
                  <a:srgbClr val="F3F6F8"/>
                </a:solidFill>
                <a:latin typeface="Arial"/>
                <a:ea typeface="Arial"/>
                <a:cs typeface="Arial"/>
              </a:defRPr>
            </a:lvl6pPr>
            <a:lvl7pPr>
              <a:defRPr sz="3375" b="1">
                <a:solidFill>
                  <a:srgbClr val="F3F6F8"/>
                </a:solidFill>
                <a:latin typeface="Arial"/>
                <a:ea typeface="Arial"/>
                <a:cs typeface="Arial"/>
              </a:defRPr>
            </a:lvl7pPr>
            <a:lvl8pPr>
              <a:defRPr sz="3375" b="1">
                <a:solidFill>
                  <a:srgbClr val="F3F6F8"/>
                </a:solidFill>
                <a:latin typeface="Arial"/>
                <a:ea typeface="Arial"/>
                <a:cs typeface="Arial"/>
              </a:defRPr>
            </a:lvl8pPr>
            <a:lvl9pPr>
              <a:defRPr sz="3375" b="1">
                <a:solidFill>
                  <a:srgbClr val="F3F6F8"/>
                </a:solidFill>
                <a:latin typeface="Arial"/>
                <a:ea typeface="Arial"/>
                <a:cs typeface="Arial"/>
              </a:defRPr>
            </a:lvl9pPr>
          </a:lstStyle>
          <a:p xmlns:a="http://schemas.openxmlformats.org/drawingml/2006/main">
            <a:pPr>
              <a:defRPr sz="3375" b="1">
                <a:solidFill>
                  <a:srgbClr val="F3F6F8"/>
                </a:solidFill>
                <a:latin typeface="Arial"/>
                <a:ea typeface="Arial"/>
                <a:cs typeface="Arial"/>
              </a:defRPr>
            </a:pPr>
            <a:r>
              <a:rPr sz="3375" b="1">
                <a:solidFill>
                  <a:srgbClr val="F3F6F8"/>
                </a:solidFill>
                <a:latin typeface="Arial"/>
                <a:ea typeface="Arial"/>
                <a:cs typeface="Arial"/>
              </a:rPr>
              <a:t>The walkthrough follows one operator question</a:t>
            </a:r>
          </a:p>
        </p:txBody>
      </p:sp>
      <p:sp>
        <p:nvSpPr>
          <p:cNvPr id="3" name="">
            <a:extLst xmlns:a="http://schemas.openxmlformats.org/drawingml/2006/main">
              <a:ext uri="{FF2B5EF4-FFF2-40B4-BE49-F238E27FC236}">
                <a16:creationId xmlns:a16="http://schemas.microsoft.com/office/drawing/2014/main" id="{A3F5241B-816D-42B6-A4AD-D6E10DA14B2B}"/>
              </a:ext>
            </a:extLst>
          </p:cNvPr>
          <p:cNvSpPr>
            <a:spLocks xmlns:a="http://schemas.openxmlformats.org/drawingml/2006/main" noGrp="1"/>
          </p:cNvSpPr>
          <p:nvPr/>
        </p:nvSpPr>
        <p:spPr>
          <a:xfrm xmlns:a="http://schemas.openxmlformats.org/drawingml/2006/main">
            <a:off x="723900" y="63246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A8B5C1"/>
                </a:solidFill>
                <a:latin typeface="Arial"/>
                <a:ea typeface="Arial"/>
                <a:cs typeface="Arial"/>
              </a:defRPr>
            </a:defPPr>
            <a:lvl1pPr>
              <a:defRPr sz="975" b="0">
                <a:solidFill>
                  <a:srgbClr val="A8B5C1"/>
                </a:solidFill>
                <a:latin typeface="Arial"/>
                <a:ea typeface="Arial"/>
                <a:cs typeface="Arial"/>
              </a:defRPr>
            </a:lvl1pPr>
            <a:lvl2pPr>
              <a:defRPr sz="975" b="0">
                <a:solidFill>
                  <a:srgbClr val="A8B5C1"/>
                </a:solidFill>
                <a:latin typeface="Arial"/>
                <a:ea typeface="Arial"/>
                <a:cs typeface="Arial"/>
              </a:defRPr>
            </a:lvl2pPr>
            <a:lvl3pPr>
              <a:defRPr sz="975" b="0">
                <a:solidFill>
                  <a:srgbClr val="A8B5C1"/>
                </a:solidFill>
                <a:latin typeface="Arial"/>
                <a:ea typeface="Arial"/>
                <a:cs typeface="Arial"/>
              </a:defRPr>
            </a:lvl3pPr>
            <a:lvl4pPr>
              <a:defRPr sz="975" b="0">
                <a:solidFill>
                  <a:srgbClr val="A8B5C1"/>
                </a:solidFill>
                <a:latin typeface="Arial"/>
                <a:ea typeface="Arial"/>
                <a:cs typeface="Arial"/>
              </a:defRPr>
            </a:lvl4pPr>
            <a:lvl5pPr>
              <a:defRPr sz="975" b="0">
                <a:solidFill>
                  <a:srgbClr val="A8B5C1"/>
                </a:solidFill>
                <a:latin typeface="Arial"/>
                <a:ea typeface="Arial"/>
                <a:cs typeface="Arial"/>
              </a:defRPr>
            </a:lvl5pPr>
            <a:lvl6pPr>
              <a:defRPr sz="975" b="0">
                <a:solidFill>
                  <a:srgbClr val="A8B5C1"/>
                </a:solidFill>
                <a:latin typeface="Arial"/>
                <a:ea typeface="Arial"/>
                <a:cs typeface="Arial"/>
              </a:defRPr>
            </a:lvl6pPr>
            <a:lvl7pPr>
              <a:defRPr sz="975" b="0">
                <a:solidFill>
                  <a:srgbClr val="A8B5C1"/>
                </a:solidFill>
                <a:latin typeface="Arial"/>
                <a:ea typeface="Arial"/>
                <a:cs typeface="Arial"/>
              </a:defRPr>
            </a:lvl7pPr>
            <a:lvl8pPr>
              <a:defRPr sz="975" b="0">
                <a:solidFill>
                  <a:srgbClr val="A8B5C1"/>
                </a:solidFill>
                <a:latin typeface="Arial"/>
                <a:ea typeface="Arial"/>
                <a:cs typeface="Arial"/>
              </a:defRPr>
            </a:lvl8pPr>
            <a:lvl9pPr>
              <a:defRPr sz="975" b="0">
                <a:solidFill>
                  <a:srgbClr val="A8B5C1"/>
                </a:solidFill>
                <a:latin typeface="Arial"/>
                <a:ea typeface="Arial"/>
                <a:cs typeface="Arial"/>
              </a:defRPr>
            </a:lvl9pPr>
          </a:lstStyle>
          <a:p xmlns:a="http://schemas.openxmlformats.org/drawingml/2006/main">
            <a:pPr>
              <a:defRPr sz="975" b="0">
                <a:solidFill>
                  <a:srgbClr val="A8B5C1"/>
                </a:solidFill>
                <a:latin typeface="Arial"/>
                <a:ea typeface="Arial"/>
                <a:cs typeface="Arial"/>
              </a:defRPr>
            </a:pPr>
            <a:r>
              <a:rPr sz="975" b="0">
                <a:solidFill>
                  <a:srgbClr val="A8B5C1"/>
                </a:solidFill>
                <a:latin typeface="Arial"/>
                <a:ea typeface="Arial"/>
                <a:cs typeface="Arial"/>
              </a:rPr>
              <a:t>BUILDATHON PITCH     04 / 05</a:t>
            </a:r>
          </a:p>
        </p:txBody>
      </p:sp>
      <p:sp>
        <p:nvSpPr>
          <p:cNvPr id="4" name="">
            <a:extLst xmlns:a="http://schemas.openxmlformats.org/drawingml/2006/main">
              <a:ext uri="{FF2B5EF4-FFF2-40B4-BE49-F238E27FC236}">
                <a16:creationId xmlns:a16="http://schemas.microsoft.com/office/drawing/2014/main" id="{18E99357-B562-4D0D-BCE0-74FC31ED63D5}"/>
              </a:ext>
            </a:extLst>
          </p:cNvPr>
          <p:cNvSpPr>
            <a:spLocks xmlns:a="http://schemas.openxmlformats.org/drawingml/2006/main" noGrp="1"/>
          </p:cNvSpPr>
          <p:nvPr/>
        </p:nvSpPr>
        <p:spPr>
          <a:xfrm xmlns:a="http://schemas.openxmlformats.org/drawingml/2006/main">
            <a:off x="781050" y="20764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78D989"/>
                </a:solidFill>
                <a:latin typeface="Arial"/>
                <a:ea typeface="Arial"/>
                <a:cs typeface="Arial"/>
              </a:defRPr>
            </a:defPPr>
            <a:lvl1pPr>
              <a:defRPr sz="1875" b="1">
                <a:solidFill>
                  <a:srgbClr val="78D989"/>
                </a:solidFill>
                <a:latin typeface="Arial"/>
                <a:ea typeface="Arial"/>
                <a:cs typeface="Arial"/>
              </a:defRPr>
            </a:lvl1pPr>
            <a:lvl2pPr>
              <a:defRPr sz="1875" b="1">
                <a:solidFill>
                  <a:srgbClr val="78D989"/>
                </a:solidFill>
                <a:latin typeface="Arial"/>
                <a:ea typeface="Arial"/>
                <a:cs typeface="Arial"/>
              </a:defRPr>
            </a:lvl2pPr>
            <a:lvl3pPr>
              <a:defRPr sz="1875" b="1">
                <a:solidFill>
                  <a:srgbClr val="78D989"/>
                </a:solidFill>
                <a:latin typeface="Arial"/>
                <a:ea typeface="Arial"/>
                <a:cs typeface="Arial"/>
              </a:defRPr>
            </a:lvl3pPr>
            <a:lvl4pPr>
              <a:defRPr sz="1875" b="1">
                <a:solidFill>
                  <a:srgbClr val="78D989"/>
                </a:solidFill>
                <a:latin typeface="Arial"/>
                <a:ea typeface="Arial"/>
                <a:cs typeface="Arial"/>
              </a:defRPr>
            </a:lvl4pPr>
            <a:lvl5pPr>
              <a:defRPr sz="1875" b="1">
                <a:solidFill>
                  <a:srgbClr val="78D989"/>
                </a:solidFill>
                <a:latin typeface="Arial"/>
                <a:ea typeface="Arial"/>
                <a:cs typeface="Arial"/>
              </a:defRPr>
            </a:lvl5pPr>
            <a:lvl6pPr>
              <a:defRPr sz="1875" b="1">
                <a:solidFill>
                  <a:srgbClr val="78D989"/>
                </a:solidFill>
                <a:latin typeface="Arial"/>
                <a:ea typeface="Arial"/>
                <a:cs typeface="Arial"/>
              </a:defRPr>
            </a:lvl6pPr>
            <a:lvl7pPr>
              <a:defRPr sz="1875" b="1">
                <a:solidFill>
                  <a:srgbClr val="78D989"/>
                </a:solidFill>
                <a:latin typeface="Arial"/>
                <a:ea typeface="Arial"/>
                <a:cs typeface="Arial"/>
              </a:defRPr>
            </a:lvl7pPr>
            <a:lvl8pPr>
              <a:defRPr sz="1875" b="1">
                <a:solidFill>
                  <a:srgbClr val="78D989"/>
                </a:solidFill>
                <a:latin typeface="Arial"/>
                <a:ea typeface="Arial"/>
                <a:cs typeface="Arial"/>
              </a:defRPr>
            </a:lvl8pPr>
            <a:lvl9pPr>
              <a:defRPr sz="1875" b="1">
                <a:solidFill>
                  <a:srgbClr val="78D989"/>
                </a:solidFill>
                <a:latin typeface="Arial"/>
                <a:ea typeface="Arial"/>
                <a:cs typeface="Arial"/>
              </a:defRPr>
            </a:lvl9pPr>
          </a:lstStyle>
          <a:p xmlns:a="http://schemas.openxmlformats.org/drawingml/2006/main">
            <a:pPr>
              <a:defRPr sz="1875" b="1">
                <a:solidFill>
                  <a:srgbClr val="78D989"/>
                </a:solidFill>
                <a:latin typeface="Arial"/>
                <a:ea typeface="Arial"/>
                <a:cs typeface="Arial"/>
              </a:defRPr>
            </a:pPr>
            <a:r>
              <a:rPr sz="1875" b="1">
                <a:solidFill>
                  <a:srgbClr val="78D989"/>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1AF4D0F-D778-4868-9207-97411997EDB1}"/>
              </a:ext>
            </a:extLst>
          </p:cNvPr>
          <p:cNvSpPr>
            <a:spLocks xmlns:a="http://schemas.openxmlformats.org/drawingml/2006/main" noGrp="1"/>
          </p:cNvSpPr>
          <p:nvPr/>
        </p:nvSpPr>
        <p:spPr>
          <a:xfrm xmlns:a="http://schemas.openxmlformats.org/drawingml/2006/main">
            <a:off x="1676400" y="207645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3F6F8"/>
                </a:solidFill>
                <a:latin typeface="Arial"/>
                <a:ea typeface="Arial"/>
                <a:cs typeface="Arial"/>
              </a:defRPr>
            </a:defPPr>
            <a:lvl1pPr>
              <a:defRPr sz="1875" b="1">
                <a:solidFill>
                  <a:srgbClr val="F3F6F8"/>
                </a:solidFill>
                <a:latin typeface="Arial"/>
                <a:ea typeface="Arial"/>
                <a:cs typeface="Arial"/>
              </a:defRPr>
            </a:lvl1pPr>
            <a:lvl2pPr>
              <a:defRPr sz="1875" b="1">
                <a:solidFill>
                  <a:srgbClr val="F3F6F8"/>
                </a:solidFill>
                <a:latin typeface="Arial"/>
                <a:ea typeface="Arial"/>
                <a:cs typeface="Arial"/>
              </a:defRPr>
            </a:lvl2pPr>
            <a:lvl3pPr>
              <a:defRPr sz="1875" b="1">
                <a:solidFill>
                  <a:srgbClr val="F3F6F8"/>
                </a:solidFill>
                <a:latin typeface="Arial"/>
                <a:ea typeface="Arial"/>
                <a:cs typeface="Arial"/>
              </a:defRPr>
            </a:lvl3pPr>
            <a:lvl4pPr>
              <a:defRPr sz="1875" b="1">
                <a:solidFill>
                  <a:srgbClr val="F3F6F8"/>
                </a:solidFill>
                <a:latin typeface="Arial"/>
                <a:ea typeface="Arial"/>
                <a:cs typeface="Arial"/>
              </a:defRPr>
            </a:lvl4pPr>
            <a:lvl5pPr>
              <a:defRPr sz="1875" b="1">
                <a:solidFill>
                  <a:srgbClr val="F3F6F8"/>
                </a:solidFill>
                <a:latin typeface="Arial"/>
                <a:ea typeface="Arial"/>
                <a:cs typeface="Arial"/>
              </a:defRPr>
            </a:lvl5pPr>
            <a:lvl6pPr>
              <a:defRPr sz="1875" b="1">
                <a:solidFill>
                  <a:srgbClr val="F3F6F8"/>
                </a:solidFill>
                <a:latin typeface="Arial"/>
                <a:ea typeface="Arial"/>
                <a:cs typeface="Arial"/>
              </a:defRPr>
            </a:lvl6pPr>
            <a:lvl7pPr>
              <a:defRPr sz="1875" b="1">
                <a:solidFill>
                  <a:srgbClr val="F3F6F8"/>
                </a:solidFill>
                <a:latin typeface="Arial"/>
                <a:ea typeface="Arial"/>
                <a:cs typeface="Arial"/>
              </a:defRPr>
            </a:lvl7pPr>
            <a:lvl8pPr>
              <a:defRPr sz="1875" b="1">
                <a:solidFill>
                  <a:srgbClr val="F3F6F8"/>
                </a:solidFill>
                <a:latin typeface="Arial"/>
                <a:ea typeface="Arial"/>
                <a:cs typeface="Arial"/>
              </a:defRPr>
            </a:lvl8pPr>
            <a:lvl9pPr>
              <a:defRPr sz="1875" b="1">
                <a:solidFill>
                  <a:srgbClr val="F3F6F8"/>
                </a:solidFill>
                <a:latin typeface="Arial"/>
                <a:ea typeface="Arial"/>
                <a:cs typeface="Arial"/>
              </a:defRPr>
            </a:lvl9pPr>
          </a:lstStyle>
          <a:p xmlns:a="http://schemas.openxmlformats.org/drawingml/2006/main">
            <a:pPr>
              <a:defRPr sz="1875" b="1">
                <a:solidFill>
                  <a:srgbClr val="F3F6F8"/>
                </a:solidFill>
                <a:latin typeface="Arial"/>
                <a:ea typeface="Arial"/>
                <a:cs typeface="Arial"/>
              </a:defRPr>
            </a:pPr>
            <a:r>
              <a:rPr sz="1875" b="1">
                <a:solidFill>
                  <a:srgbClr val="F3F6F8"/>
                </a:solidFill>
                <a:latin typeface="Arial"/>
                <a:ea typeface="Arial"/>
                <a:cs typeface="Arial"/>
              </a:rPr>
              <a:t>Train</a:t>
            </a:r>
          </a:p>
        </p:txBody>
      </p:sp>
      <p:sp>
        <p:nvSpPr>
          <p:cNvPr id="6" name="">
            <a:extLst xmlns:a="http://schemas.openxmlformats.org/drawingml/2006/main">
              <a:ext uri="{FF2B5EF4-FFF2-40B4-BE49-F238E27FC236}">
                <a16:creationId xmlns:a16="http://schemas.microsoft.com/office/drawing/2014/main" id="{61AE8275-3743-4430-9F42-720253A24A9C}"/>
              </a:ext>
            </a:extLst>
          </p:cNvPr>
          <p:cNvSpPr>
            <a:spLocks xmlns:a="http://schemas.openxmlformats.org/drawingml/2006/main" noGrp="1"/>
          </p:cNvSpPr>
          <p:nvPr/>
        </p:nvSpPr>
        <p:spPr>
          <a:xfrm xmlns:a="http://schemas.openxmlformats.org/drawingml/2006/main">
            <a:off x="3829050" y="2076450"/>
            <a:ext cx="733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A8B5C1"/>
                </a:solidFill>
                <a:latin typeface="Arial"/>
                <a:ea typeface="Arial"/>
                <a:cs typeface="Arial"/>
              </a:defRPr>
            </a:defPPr>
            <a:lvl1pPr>
              <a:defRPr sz="1575" b="0">
                <a:solidFill>
                  <a:srgbClr val="A8B5C1"/>
                </a:solidFill>
                <a:latin typeface="Arial"/>
                <a:ea typeface="Arial"/>
                <a:cs typeface="Arial"/>
              </a:defRPr>
            </a:lvl1pPr>
            <a:lvl2pPr>
              <a:defRPr sz="1575" b="0">
                <a:solidFill>
                  <a:srgbClr val="A8B5C1"/>
                </a:solidFill>
                <a:latin typeface="Arial"/>
                <a:ea typeface="Arial"/>
                <a:cs typeface="Arial"/>
              </a:defRPr>
            </a:lvl2pPr>
            <a:lvl3pPr>
              <a:defRPr sz="1575" b="0">
                <a:solidFill>
                  <a:srgbClr val="A8B5C1"/>
                </a:solidFill>
                <a:latin typeface="Arial"/>
                <a:ea typeface="Arial"/>
                <a:cs typeface="Arial"/>
              </a:defRPr>
            </a:lvl3pPr>
            <a:lvl4pPr>
              <a:defRPr sz="1575" b="0">
                <a:solidFill>
                  <a:srgbClr val="A8B5C1"/>
                </a:solidFill>
                <a:latin typeface="Arial"/>
                <a:ea typeface="Arial"/>
                <a:cs typeface="Arial"/>
              </a:defRPr>
            </a:lvl4pPr>
            <a:lvl5pPr>
              <a:defRPr sz="1575" b="0">
                <a:solidFill>
                  <a:srgbClr val="A8B5C1"/>
                </a:solidFill>
                <a:latin typeface="Arial"/>
                <a:ea typeface="Arial"/>
                <a:cs typeface="Arial"/>
              </a:defRPr>
            </a:lvl5pPr>
            <a:lvl6pPr>
              <a:defRPr sz="1575" b="0">
                <a:solidFill>
                  <a:srgbClr val="A8B5C1"/>
                </a:solidFill>
                <a:latin typeface="Arial"/>
                <a:ea typeface="Arial"/>
                <a:cs typeface="Arial"/>
              </a:defRPr>
            </a:lvl6pPr>
            <a:lvl7pPr>
              <a:defRPr sz="1575" b="0">
                <a:solidFill>
                  <a:srgbClr val="A8B5C1"/>
                </a:solidFill>
                <a:latin typeface="Arial"/>
                <a:ea typeface="Arial"/>
                <a:cs typeface="Arial"/>
              </a:defRPr>
            </a:lvl7pPr>
            <a:lvl8pPr>
              <a:defRPr sz="1575" b="0">
                <a:solidFill>
                  <a:srgbClr val="A8B5C1"/>
                </a:solidFill>
                <a:latin typeface="Arial"/>
                <a:ea typeface="Arial"/>
                <a:cs typeface="Arial"/>
              </a:defRPr>
            </a:lvl8pPr>
            <a:lvl9pPr>
              <a:defRPr sz="1575" b="0">
                <a:solidFill>
                  <a:srgbClr val="A8B5C1"/>
                </a:solidFill>
                <a:latin typeface="Arial"/>
                <a:ea typeface="Arial"/>
                <a:cs typeface="Arial"/>
              </a:defRPr>
            </a:lvl9pPr>
          </a:lstStyle>
          <a:p xmlns:a="http://schemas.openxmlformats.org/drawingml/2006/main">
            <a:pPr>
              <a:defRPr sz="1575" b="0">
                <a:solidFill>
                  <a:srgbClr val="A8B5C1"/>
                </a:solidFill>
                <a:latin typeface="Arial"/>
                <a:ea typeface="Arial"/>
                <a:cs typeface="Arial"/>
              </a:defRPr>
            </a:pPr>
            <a:r>
              <a:rPr sz="1575" b="0">
                <a:solidFill>
                  <a:srgbClr val="A8B5C1"/>
                </a:solidFill>
                <a:latin typeface="Arial"/>
                <a:ea typeface="Arial"/>
                <a:cs typeface="Arial"/>
              </a:rPr>
              <a:t>Normal BATADAL telemetry</a:t>
            </a:r>
          </a:p>
        </p:txBody>
      </p:sp>
      <p:sp>
        <p:nvSpPr>
          <p:cNvPr id="7" name="">
            <a:extLst xmlns:a="http://schemas.openxmlformats.org/drawingml/2006/main">
              <a:ext uri="{FF2B5EF4-FFF2-40B4-BE49-F238E27FC236}">
                <a16:creationId xmlns:a16="http://schemas.microsoft.com/office/drawing/2014/main" id="{2D991D6E-46EE-4EB3-A55E-BD4FD1791EB8}"/>
              </a:ext>
            </a:extLst>
          </p:cNvPr>
          <p:cNvSpPr>
            <a:spLocks xmlns:a="http://schemas.openxmlformats.org/drawingml/2006/main" noGrp="1"/>
          </p:cNvSpPr>
          <p:nvPr/>
        </p:nvSpPr>
        <p:spPr>
          <a:xfrm xmlns:a="http://schemas.openxmlformats.org/drawingml/2006/main">
            <a:off x="781050" y="29527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66D6D1"/>
                </a:solidFill>
                <a:latin typeface="Arial"/>
                <a:ea typeface="Arial"/>
                <a:cs typeface="Arial"/>
              </a:defRPr>
            </a:defPPr>
            <a:lvl1pPr>
              <a:defRPr sz="1875" b="1">
                <a:solidFill>
                  <a:srgbClr val="66D6D1"/>
                </a:solidFill>
                <a:latin typeface="Arial"/>
                <a:ea typeface="Arial"/>
                <a:cs typeface="Arial"/>
              </a:defRPr>
            </a:lvl1pPr>
            <a:lvl2pPr>
              <a:defRPr sz="1875" b="1">
                <a:solidFill>
                  <a:srgbClr val="66D6D1"/>
                </a:solidFill>
                <a:latin typeface="Arial"/>
                <a:ea typeface="Arial"/>
                <a:cs typeface="Arial"/>
              </a:defRPr>
            </a:lvl2pPr>
            <a:lvl3pPr>
              <a:defRPr sz="1875" b="1">
                <a:solidFill>
                  <a:srgbClr val="66D6D1"/>
                </a:solidFill>
                <a:latin typeface="Arial"/>
                <a:ea typeface="Arial"/>
                <a:cs typeface="Arial"/>
              </a:defRPr>
            </a:lvl3pPr>
            <a:lvl4pPr>
              <a:defRPr sz="1875" b="1">
                <a:solidFill>
                  <a:srgbClr val="66D6D1"/>
                </a:solidFill>
                <a:latin typeface="Arial"/>
                <a:ea typeface="Arial"/>
                <a:cs typeface="Arial"/>
              </a:defRPr>
            </a:lvl4pPr>
            <a:lvl5pPr>
              <a:defRPr sz="1875" b="1">
                <a:solidFill>
                  <a:srgbClr val="66D6D1"/>
                </a:solidFill>
                <a:latin typeface="Arial"/>
                <a:ea typeface="Arial"/>
                <a:cs typeface="Arial"/>
              </a:defRPr>
            </a:lvl5pPr>
            <a:lvl6pPr>
              <a:defRPr sz="1875" b="1">
                <a:solidFill>
                  <a:srgbClr val="66D6D1"/>
                </a:solidFill>
                <a:latin typeface="Arial"/>
                <a:ea typeface="Arial"/>
                <a:cs typeface="Arial"/>
              </a:defRPr>
            </a:lvl6pPr>
            <a:lvl7pPr>
              <a:defRPr sz="1875" b="1">
                <a:solidFill>
                  <a:srgbClr val="66D6D1"/>
                </a:solidFill>
                <a:latin typeface="Arial"/>
                <a:ea typeface="Arial"/>
                <a:cs typeface="Arial"/>
              </a:defRPr>
            </a:lvl7pPr>
            <a:lvl8pPr>
              <a:defRPr sz="1875" b="1">
                <a:solidFill>
                  <a:srgbClr val="66D6D1"/>
                </a:solidFill>
                <a:latin typeface="Arial"/>
                <a:ea typeface="Arial"/>
                <a:cs typeface="Arial"/>
              </a:defRPr>
            </a:lvl8pPr>
            <a:lvl9pPr>
              <a:defRPr sz="1875" b="1">
                <a:solidFill>
                  <a:srgbClr val="66D6D1"/>
                </a:solidFill>
                <a:latin typeface="Arial"/>
                <a:ea typeface="Arial"/>
                <a:cs typeface="Arial"/>
              </a:defRPr>
            </a:lvl9pPr>
          </a:lstStyle>
          <a:p xmlns:a="http://schemas.openxmlformats.org/drawingml/2006/main">
            <a:pPr>
              <a:defRPr sz="1875" b="1">
                <a:solidFill>
                  <a:srgbClr val="66D6D1"/>
                </a:solidFill>
                <a:latin typeface="Arial"/>
                <a:ea typeface="Arial"/>
                <a:cs typeface="Arial"/>
              </a:defRPr>
            </a:pPr>
            <a:r>
              <a:rPr sz="1875" b="1">
                <a:solidFill>
                  <a:srgbClr val="66D6D1"/>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E4E2C66-719E-4343-B9FA-B94AB8277823}"/>
              </a:ext>
            </a:extLst>
          </p:cNvPr>
          <p:cNvSpPr>
            <a:spLocks xmlns:a="http://schemas.openxmlformats.org/drawingml/2006/main" noGrp="1"/>
          </p:cNvSpPr>
          <p:nvPr/>
        </p:nvSpPr>
        <p:spPr>
          <a:xfrm xmlns:a="http://schemas.openxmlformats.org/drawingml/2006/main">
            <a:off x="1676400" y="295275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3F6F8"/>
                </a:solidFill>
                <a:latin typeface="Arial"/>
                <a:ea typeface="Arial"/>
                <a:cs typeface="Arial"/>
              </a:defRPr>
            </a:defPPr>
            <a:lvl1pPr>
              <a:defRPr sz="1875" b="1">
                <a:solidFill>
                  <a:srgbClr val="F3F6F8"/>
                </a:solidFill>
                <a:latin typeface="Arial"/>
                <a:ea typeface="Arial"/>
                <a:cs typeface="Arial"/>
              </a:defRPr>
            </a:lvl1pPr>
            <a:lvl2pPr>
              <a:defRPr sz="1875" b="1">
                <a:solidFill>
                  <a:srgbClr val="F3F6F8"/>
                </a:solidFill>
                <a:latin typeface="Arial"/>
                <a:ea typeface="Arial"/>
                <a:cs typeface="Arial"/>
              </a:defRPr>
            </a:lvl2pPr>
            <a:lvl3pPr>
              <a:defRPr sz="1875" b="1">
                <a:solidFill>
                  <a:srgbClr val="F3F6F8"/>
                </a:solidFill>
                <a:latin typeface="Arial"/>
                <a:ea typeface="Arial"/>
                <a:cs typeface="Arial"/>
              </a:defRPr>
            </a:lvl3pPr>
            <a:lvl4pPr>
              <a:defRPr sz="1875" b="1">
                <a:solidFill>
                  <a:srgbClr val="F3F6F8"/>
                </a:solidFill>
                <a:latin typeface="Arial"/>
                <a:ea typeface="Arial"/>
                <a:cs typeface="Arial"/>
              </a:defRPr>
            </a:lvl4pPr>
            <a:lvl5pPr>
              <a:defRPr sz="1875" b="1">
                <a:solidFill>
                  <a:srgbClr val="F3F6F8"/>
                </a:solidFill>
                <a:latin typeface="Arial"/>
                <a:ea typeface="Arial"/>
                <a:cs typeface="Arial"/>
              </a:defRPr>
            </a:lvl5pPr>
            <a:lvl6pPr>
              <a:defRPr sz="1875" b="1">
                <a:solidFill>
                  <a:srgbClr val="F3F6F8"/>
                </a:solidFill>
                <a:latin typeface="Arial"/>
                <a:ea typeface="Arial"/>
                <a:cs typeface="Arial"/>
              </a:defRPr>
            </a:lvl6pPr>
            <a:lvl7pPr>
              <a:defRPr sz="1875" b="1">
                <a:solidFill>
                  <a:srgbClr val="F3F6F8"/>
                </a:solidFill>
                <a:latin typeface="Arial"/>
                <a:ea typeface="Arial"/>
                <a:cs typeface="Arial"/>
              </a:defRPr>
            </a:lvl7pPr>
            <a:lvl8pPr>
              <a:defRPr sz="1875" b="1">
                <a:solidFill>
                  <a:srgbClr val="F3F6F8"/>
                </a:solidFill>
                <a:latin typeface="Arial"/>
                <a:ea typeface="Arial"/>
                <a:cs typeface="Arial"/>
              </a:defRPr>
            </a:lvl8pPr>
            <a:lvl9pPr>
              <a:defRPr sz="1875" b="1">
                <a:solidFill>
                  <a:srgbClr val="F3F6F8"/>
                </a:solidFill>
                <a:latin typeface="Arial"/>
                <a:ea typeface="Arial"/>
                <a:cs typeface="Arial"/>
              </a:defRPr>
            </a:lvl9pPr>
          </a:lstStyle>
          <a:p xmlns:a="http://schemas.openxmlformats.org/drawingml/2006/main">
            <a:pPr>
              <a:defRPr sz="1875" b="1">
                <a:solidFill>
                  <a:srgbClr val="F3F6F8"/>
                </a:solidFill>
                <a:latin typeface="Arial"/>
                <a:ea typeface="Arial"/>
                <a:cs typeface="Arial"/>
              </a:defRPr>
            </a:pPr>
            <a:r>
              <a:rPr sz="1875" b="1">
                <a:solidFill>
                  <a:srgbClr val="F3F6F8"/>
                </a:solidFill>
                <a:latin typeface="Arial"/>
                <a:ea typeface="Arial"/>
                <a:cs typeface="Arial"/>
              </a:rPr>
              <a:t>Diagnose</a:t>
            </a:r>
          </a:p>
        </p:txBody>
      </p:sp>
      <p:sp>
        <p:nvSpPr>
          <p:cNvPr id="9" name="">
            <a:extLst xmlns:a="http://schemas.openxmlformats.org/drawingml/2006/main">
              <a:ext uri="{FF2B5EF4-FFF2-40B4-BE49-F238E27FC236}">
                <a16:creationId xmlns:a16="http://schemas.microsoft.com/office/drawing/2014/main" id="{7C2E6DF4-344D-4717-832A-1F441C1B5B00}"/>
              </a:ext>
            </a:extLst>
          </p:cNvPr>
          <p:cNvSpPr>
            <a:spLocks xmlns:a="http://schemas.openxmlformats.org/drawingml/2006/main" noGrp="1"/>
          </p:cNvSpPr>
          <p:nvPr/>
        </p:nvSpPr>
        <p:spPr>
          <a:xfrm xmlns:a="http://schemas.openxmlformats.org/drawingml/2006/main">
            <a:off x="3829050" y="2952750"/>
            <a:ext cx="733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A8B5C1"/>
                </a:solidFill>
                <a:latin typeface="Arial"/>
                <a:ea typeface="Arial"/>
                <a:cs typeface="Arial"/>
              </a:defRPr>
            </a:defPPr>
            <a:lvl1pPr>
              <a:defRPr sz="1575" b="0">
                <a:solidFill>
                  <a:srgbClr val="A8B5C1"/>
                </a:solidFill>
                <a:latin typeface="Arial"/>
                <a:ea typeface="Arial"/>
                <a:cs typeface="Arial"/>
              </a:defRPr>
            </a:lvl1pPr>
            <a:lvl2pPr>
              <a:defRPr sz="1575" b="0">
                <a:solidFill>
                  <a:srgbClr val="A8B5C1"/>
                </a:solidFill>
                <a:latin typeface="Arial"/>
                <a:ea typeface="Arial"/>
                <a:cs typeface="Arial"/>
              </a:defRPr>
            </a:lvl2pPr>
            <a:lvl3pPr>
              <a:defRPr sz="1575" b="0">
                <a:solidFill>
                  <a:srgbClr val="A8B5C1"/>
                </a:solidFill>
                <a:latin typeface="Arial"/>
                <a:ea typeface="Arial"/>
                <a:cs typeface="Arial"/>
              </a:defRPr>
            </a:lvl3pPr>
            <a:lvl4pPr>
              <a:defRPr sz="1575" b="0">
                <a:solidFill>
                  <a:srgbClr val="A8B5C1"/>
                </a:solidFill>
                <a:latin typeface="Arial"/>
                <a:ea typeface="Arial"/>
                <a:cs typeface="Arial"/>
              </a:defRPr>
            </a:lvl4pPr>
            <a:lvl5pPr>
              <a:defRPr sz="1575" b="0">
                <a:solidFill>
                  <a:srgbClr val="A8B5C1"/>
                </a:solidFill>
                <a:latin typeface="Arial"/>
                <a:ea typeface="Arial"/>
                <a:cs typeface="Arial"/>
              </a:defRPr>
            </a:lvl5pPr>
            <a:lvl6pPr>
              <a:defRPr sz="1575" b="0">
                <a:solidFill>
                  <a:srgbClr val="A8B5C1"/>
                </a:solidFill>
                <a:latin typeface="Arial"/>
                <a:ea typeface="Arial"/>
                <a:cs typeface="Arial"/>
              </a:defRPr>
            </a:lvl6pPr>
            <a:lvl7pPr>
              <a:defRPr sz="1575" b="0">
                <a:solidFill>
                  <a:srgbClr val="A8B5C1"/>
                </a:solidFill>
                <a:latin typeface="Arial"/>
                <a:ea typeface="Arial"/>
                <a:cs typeface="Arial"/>
              </a:defRPr>
            </a:lvl7pPr>
            <a:lvl8pPr>
              <a:defRPr sz="1575" b="0">
                <a:solidFill>
                  <a:srgbClr val="A8B5C1"/>
                </a:solidFill>
                <a:latin typeface="Arial"/>
                <a:ea typeface="Arial"/>
                <a:cs typeface="Arial"/>
              </a:defRPr>
            </a:lvl8pPr>
            <a:lvl9pPr>
              <a:defRPr sz="1575" b="0">
                <a:solidFill>
                  <a:srgbClr val="A8B5C1"/>
                </a:solidFill>
                <a:latin typeface="Arial"/>
                <a:ea typeface="Arial"/>
                <a:cs typeface="Arial"/>
              </a:defRPr>
            </a:lvl9pPr>
          </a:lstStyle>
          <a:p xmlns:a="http://schemas.openxmlformats.org/drawingml/2006/main">
            <a:pPr>
              <a:defRPr sz="1575" b="0">
                <a:solidFill>
                  <a:srgbClr val="A8B5C1"/>
                </a:solidFill>
                <a:latin typeface="Arial"/>
                <a:ea typeface="Arial"/>
                <a:cs typeface="Arial"/>
              </a:defRPr>
            </a:pPr>
            <a:r>
              <a:rPr sz="1575" b="0">
                <a:solidFill>
                  <a:srgbClr val="A8B5C1"/>
                </a:solidFill>
                <a:latin typeface="Arial"/>
                <a:ea typeface="Arial"/>
                <a:cs typeface="Arial"/>
              </a:rPr>
              <a:t>Separate telemetry file, sensor, row, score</a:t>
            </a:r>
          </a:p>
        </p:txBody>
      </p:sp>
      <p:sp>
        <p:nvSpPr>
          <p:cNvPr id="10" name="">
            <a:extLst xmlns:a="http://schemas.openxmlformats.org/drawingml/2006/main">
              <a:ext uri="{FF2B5EF4-FFF2-40B4-BE49-F238E27FC236}">
                <a16:creationId xmlns:a16="http://schemas.microsoft.com/office/drawing/2014/main" id="{2E8378B7-4AA8-4901-9826-04F3C8CE51D5}"/>
              </a:ext>
            </a:extLst>
          </p:cNvPr>
          <p:cNvSpPr>
            <a:spLocks xmlns:a="http://schemas.openxmlformats.org/drawingml/2006/main" noGrp="1"/>
          </p:cNvSpPr>
          <p:nvPr/>
        </p:nvSpPr>
        <p:spPr>
          <a:xfrm xmlns:a="http://schemas.openxmlformats.org/drawingml/2006/main">
            <a:off x="781050" y="38290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78D989"/>
                </a:solidFill>
                <a:latin typeface="Arial"/>
                <a:ea typeface="Arial"/>
                <a:cs typeface="Arial"/>
              </a:defRPr>
            </a:defPPr>
            <a:lvl1pPr>
              <a:defRPr sz="1875" b="1">
                <a:solidFill>
                  <a:srgbClr val="78D989"/>
                </a:solidFill>
                <a:latin typeface="Arial"/>
                <a:ea typeface="Arial"/>
                <a:cs typeface="Arial"/>
              </a:defRPr>
            </a:lvl1pPr>
            <a:lvl2pPr>
              <a:defRPr sz="1875" b="1">
                <a:solidFill>
                  <a:srgbClr val="78D989"/>
                </a:solidFill>
                <a:latin typeface="Arial"/>
                <a:ea typeface="Arial"/>
                <a:cs typeface="Arial"/>
              </a:defRPr>
            </a:lvl2pPr>
            <a:lvl3pPr>
              <a:defRPr sz="1875" b="1">
                <a:solidFill>
                  <a:srgbClr val="78D989"/>
                </a:solidFill>
                <a:latin typeface="Arial"/>
                <a:ea typeface="Arial"/>
                <a:cs typeface="Arial"/>
              </a:defRPr>
            </a:lvl3pPr>
            <a:lvl4pPr>
              <a:defRPr sz="1875" b="1">
                <a:solidFill>
                  <a:srgbClr val="78D989"/>
                </a:solidFill>
                <a:latin typeface="Arial"/>
                <a:ea typeface="Arial"/>
                <a:cs typeface="Arial"/>
              </a:defRPr>
            </a:lvl4pPr>
            <a:lvl5pPr>
              <a:defRPr sz="1875" b="1">
                <a:solidFill>
                  <a:srgbClr val="78D989"/>
                </a:solidFill>
                <a:latin typeface="Arial"/>
                <a:ea typeface="Arial"/>
                <a:cs typeface="Arial"/>
              </a:defRPr>
            </a:lvl5pPr>
            <a:lvl6pPr>
              <a:defRPr sz="1875" b="1">
                <a:solidFill>
                  <a:srgbClr val="78D989"/>
                </a:solidFill>
                <a:latin typeface="Arial"/>
                <a:ea typeface="Arial"/>
                <a:cs typeface="Arial"/>
              </a:defRPr>
            </a:lvl6pPr>
            <a:lvl7pPr>
              <a:defRPr sz="1875" b="1">
                <a:solidFill>
                  <a:srgbClr val="78D989"/>
                </a:solidFill>
                <a:latin typeface="Arial"/>
                <a:ea typeface="Arial"/>
                <a:cs typeface="Arial"/>
              </a:defRPr>
            </a:lvl7pPr>
            <a:lvl8pPr>
              <a:defRPr sz="1875" b="1">
                <a:solidFill>
                  <a:srgbClr val="78D989"/>
                </a:solidFill>
                <a:latin typeface="Arial"/>
                <a:ea typeface="Arial"/>
                <a:cs typeface="Arial"/>
              </a:defRPr>
            </a:lvl8pPr>
            <a:lvl9pPr>
              <a:defRPr sz="1875" b="1">
                <a:solidFill>
                  <a:srgbClr val="78D989"/>
                </a:solidFill>
                <a:latin typeface="Arial"/>
                <a:ea typeface="Arial"/>
                <a:cs typeface="Arial"/>
              </a:defRPr>
            </a:lvl9pPr>
          </a:lstStyle>
          <a:p xmlns:a="http://schemas.openxmlformats.org/drawingml/2006/main">
            <a:pPr>
              <a:defRPr sz="1875" b="1">
                <a:solidFill>
                  <a:srgbClr val="78D989"/>
                </a:solidFill>
                <a:latin typeface="Arial"/>
                <a:ea typeface="Arial"/>
                <a:cs typeface="Arial"/>
              </a:defRPr>
            </a:pPr>
            <a:r>
              <a:rPr sz="1875" b="1">
                <a:solidFill>
                  <a:srgbClr val="78D989"/>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A497A8B3-FDC9-4057-B929-D60674DD2078}"/>
              </a:ext>
            </a:extLst>
          </p:cNvPr>
          <p:cNvSpPr>
            <a:spLocks xmlns:a="http://schemas.openxmlformats.org/drawingml/2006/main" noGrp="1"/>
          </p:cNvSpPr>
          <p:nvPr/>
        </p:nvSpPr>
        <p:spPr>
          <a:xfrm xmlns:a="http://schemas.openxmlformats.org/drawingml/2006/main">
            <a:off x="1676400" y="382905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3F6F8"/>
                </a:solidFill>
                <a:latin typeface="Arial"/>
                <a:ea typeface="Arial"/>
                <a:cs typeface="Arial"/>
              </a:defRPr>
            </a:defPPr>
            <a:lvl1pPr>
              <a:defRPr sz="1875" b="1">
                <a:solidFill>
                  <a:srgbClr val="F3F6F8"/>
                </a:solidFill>
                <a:latin typeface="Arial"/>
                <a:ea typeface="Arial"/>
                <a:cs typeface="Arial"/>
              </a:defRPr>
            </a:lvl1pPr>
            <a:lvl2pPr>
              <a:defRPr sz="1875" b="1">
                <a:solidFill>
                  <a:srgbClr val="F3F6F8"/>
                </a:solidFill>
                <a:latin typeface="Arial"/>
                <a:ea typeface="Arial"/>
                <a:cs typeface="Arial"/>
              </a:defRPr>
            </a:lvl2pPr>
            <a:lvl3pPr>
              <a:defRPr sz="1875" b="1">
                <a:solidFill>
                  <a:srgbClr val="F3F6F8"/>
                </a:solidFill>
                <a:latin typeface="Arial"/>
                <a:ea typeface="Arial"/>
                <a:cs typeface="Arial"/>
              </a:defRPr>
            </a:lvl3pPr>
            <a:lvl4pPr>
              <a:defRPr sz="1875" b="1">
                <a:solidFill>
                  <a:srgbClr val="F3F6F8"/>
                </a:solidFill>
                <a:latin typeface="Arial"/>
                <a:ea typeface="Arial"/>
                <a:cs typeface="Arial"/>
              </a:defRPr>
            </a:lvl4pPr>
            <a:lvl5pPr>
              <a:defRPr sz="1875" b="1">
                <a:solidFill>
                  <a:srgbClr val="F3F6F8"/>
                </a:solidFill>
                <a:latin typeface="Arial"/>
                <a:ea typeface="Arial"/>
                <a:cs typeface="Arial"/>
              </a:defRPr>
            </a:lvl5pPr>
            <a:lvl6pPr>
              <a:defRPr sz="1875" b="1">
                <a:solidFill>
                  <a:srgbClr val="F3F6F8"/>
                </a:solidFill>
                <a:latin typeface="Arial"/>
                <a:ea typeface="Arial"/>
                <a:cs typeface="Arial"/>
              </a:defRPr>
            </a:lvl6pPr>
            <a:lvl7pPr>
              <a:defRPr sz="1875" b="1">
                <a:solidFill>
                  <a:srgbClr val="F3F6F8"/>
                </a:solidFill>
                <a:latin typeface="Arial"/>
                <a:ea typeface="Arial"/>
                <a:cs typeface="Arial"/>
              </a:defRPr>
            </a:lvl7pPr>
            <a:lvl8pPr>
              <a:defRPr sz="1875" b="1">
                <a:solidFill>
                  <a:srgbClr val="F3F6F8"/>
                </a:solidFill>
                <a:latin typeface="Arial"/>
                <a:ea typeface="Arial"/>
                <a:cs typeface="Arial"/>
              </a:defRPr>
            </a:lvl8pPr>
            <a:lvl9pPr>
              <a:defRPr sz="1875" b="1">
                <a:solidFill>
                  <a:srgbClr val="F3F6F8"/>
                </a:solidFill>
                <a:latin typeface="Arial"/>
                <a:ea typeface="Arial"/>
                <a:cs typeface="Arial"/>
              </a:defRPr>
            </a:lvl9pPr>
          </a:lstStyle>
          <a:p xmlns:a="http://schemas.openxmlformats.org/drawingml/2006/main">
            <a:pPr>
              <a:defRPr sz="1875" b="1">
                <a:solidFill>
                  <a:srgbClr val="F3F6F8"/>
                </a:solidFill>
                <a:latin typeface="Arial"/>
                <a:ea typeface="Arial"/>
                <a:cs typeface="Arial"/>
              </a:defRPr>
            </a:pPr>
            <a:r>
              <a:rPr sz="1875" b="1">
                <a:solidFill>
                  <a:srgbClr val="F3F6F8"/>
                </a:solidFill>
                <a:latin typeface="Arial"/>
                <a:ea typeface="Arial"/>
                <a:cs typeface="Arial"/>
              </a:rPr>
              <a:t>Ask Echo</a:t>
            </a:r>
          </a:p>
        </p:txBody>
      </p:sp>
      <p:sp>
        <p:nvSpPr>
          <p:cNvPr id="12" name="">
            <a:extLst xmlns:a="http://schemas.openxmlformats.org/drawingml/2006/main">
              <a:ext uri="{FF2B5EF4-FFF2-40B4-BE49-F238E27FC236}">
                <a16:creationId xmlns:a16="http://schemas.microsoft.com/office/drawing/2014/main" id="{4654E42C-72DF-4A4E-B80A-8950819C97AE}"/>
              </a:ext>
            </a:extLst>
          </p:cNvPr>
          <p:cNvSpPr>
            <a:spLocks xmlns:a="http://schemas.openxmlformats.org/drawingml/2006/main" noGrp="1"/>
          </p:cNvSpPr>
          <p:nvPr/>
        </p:nvSpPr>
        <p:spPr>
          <a:xfrm xmlns:a="http://schemas.openxmlformats.org/drawingml/2006/main">
            <a:off x="3829050" y="3829050"/>
            <a:ext cx="733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A8B5C1"/>
                </a:solidFill>
                <a:latin typeface="Arial"/>
                <a:ea typeface="Arial"/>
                <a:cs typeface="Arial"/>
              </a:defRPr>
            </a:defPPr>
            <a:lvl1pPr>
              <a:defRPr sz="1575" b="0">
                <a:solidFill>
                  <a:srgbClr val="A8B5C1"/>
                </a:solidFill>
                <a:latin typeface="Arial"/>
                <a:ea typeface="Arial"/>
                <a:cs typeface="Arial"/>
              </a:defRPr>
            </a:lvl1pPr>
            <a:lvl2pPr>
              <a:defRPr sz="1575" b="0">
                <a:solidFill>
                  <a:srgbClr val="A8B5C1"/>
                </a:solidFill>
                <a:latin typeface="Arial"/>
                <a:ea typeface="Arial"/>
                <a:cs typeface="Arial"/>
              </a:defRPr>
            </a:lvl2pPr>
            <a:lvl3pPr>
              <a:defRPr sz="1575" b="0">
                <a:solidFill>
                  <a:srgbClr val="A8B5C1"/>
                </a:solidFill>
                <a:latin typeface="Arial"/>
                <a:ea typeface="Arial"/>
                <a:cs typeface="Arial"/>
              </a:defRPr>
            </a:lvl3pPr>
            <a:lvl4pPr>
              <a:defRPr sz="1575" b="0">
                <a:solidFill>
                  <a:srgbClr val="A8B5C1"/>
                </a:solidFill>
                <a:latin typeface="Arial"/>
                <a:ea typeface="Arial"/>
                <a:cs typeface="Arial"/>
              </a:defRPr>
            </a:lvl4pPr>
            <a:lvl5pPr>
              <a:defRPr sz="1575" b="0">
                <a:solidFill>
                  <a:srgbClr val="A8B5C1"/>
                </a:solidFill>
                <a:latin typeface="Arial"/>
                <a:ea typeface="Arial"/>
                <a:cs typeface="Arial"/>
              </a:defRPr>
            </a:lvl5pPr>
            <a:lvl6pPr>
              <a:defRPr sz="1575" b="0">
                <a:solidFill>
                  <a:srgbClr val="A8B5C1"/>
                </a:solidFill>
                <a:latin typeface="Arial"/>
                <a:ea typeface="Arial"/>
                <a:cs typeface="Arial"/>
              </a:defRPr>
            </a:lvl6pPr>
            <a:lvl7pPr>
              <a:defRPr sz="1575" b="0">
                <a:solidFill>
                  <a:srgbClr val="A8B5C1"/>
                </a:solidFill>
                <a:latin typeface="Arial"/>
                <a:ea typeface="Arial"/>
                <a:cs typeface="Arial"/>
              </a:defRPr>
            </a:lvl7pPr>
            <a:lvl8pPr>
              <a:defRPr sz="1575" b="0">
                <a:solidFill>
                  <a:srgbClr val="A8B5C1"/>
                </a:solidFill>
                <a:latin typeface="Arial"/>
                <a:ea typeface="Arial"/>
                <a:cs typeface="Arial"/>
              </a:defRPr>
            </a:lvl8pPr>
            <a:lvl9pPr>
              <a:defRPr sz="1575" b="0">
                <a:solidFill>
                  <a:srgbClr val="A8B5C1"/>
                </a:solidFill>
                <a:latin typeface="Arial"/>
                <a:ea typeface="Arial"/>
                <a:cs typeface="Arial"/>
              </a:defRPr>
            </a:lvl9pPr>
          </a:lstStyle>
          <a:p xmlns:a="http://schemas.openxmlformats.org/drawingml/2006/main">
            <a:pPr>
              <a:defRPr sz="1575" b="0">
                <a:solidFill>
                  <a:srgbClr val="A8B5C1"/>
                </a:solidFill>
                <a:latin typeface="Arial"/>
                <a:ea typeface="Arial"/>
                <a:cs typeface="Arial"/>
              </a:defRPr>
            </a:pPr>
            <a:r>
              <a:rPr sz="1575" b="0">
                <a:solidFill>
                  <a:srgbClr val="A8B5C1"/>
                </a:solidFill>
                <a:latin typeface="Arial"/>
                <a:ea typeface="Arial"/>
                <a:cs typeface="Arial"/>
              </a:rPr>
              <a:t>“What does S_V2 mean in the BATADAL benchmark?”</a:t>
            </a:r>
          </a:p>
        </p:txBody>
      </p:sp>
      <p:sp>
        <p:nvSpPr>
          <p:cNvPr id="13" name="">
            <a:extLst xmlns:a="http://schemas.openxmlformats.org/drawingml/2006/main">
              <a:ext uri="{FF2B5EF4-FFF2-40B4-BE49-F238E27FC236}">
                <a16:creationId xmlns:a16="http://schemas.microsoft.com/office/drawing/2014/main" id="{0632F3EC-CA18-4B2E-9163-0E8B942A825F}"/>
              </a:ext>
            </a:extLst>
          </p:cNvPr>
          <p:cNvSpPr>
            <a:spLocks xmlns:a="http://schemas.openxmlformats.org/drawingml/2006/main" noGrp="1"/>
          </p:cNvSpPr>
          <p:nvPr/>
        </p:nvSpPr>
        <p:spPr>
          <a:xfrm xmlns:a="http://schemas.openxmlformats.org/drawingml/2006/main">
            <a:off x="781050" y="47053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66D6D1"/>
                </a:solidFill>
                <a:latin typeface="Arial"/>
                <a:ea typeface="Arial"/>
                <a:cs typeface="Arial"/>
              </a:defRPr>
            </a:defPPr>
            <a:lvl1pPr>
              <a:defRPr sz="1875" b="1">
                <a:solidFill>
                  <a:srgbClr val="66D6D1"/>
                </a:solidFill>
                <a:latin typeface="Arial"/>
                <a:ea typeface="Arial"/>
                <a:cs typeface="Arial"/>
              </a:defRPr>
            </a:lvl1pPr>
            <a:lvl2pPr>
              <a:defRPr sz="1875" b="1">
                <a:solidFill>
                  <a:srgbClr val="66D6D1"/>
                </a:solidFill>
                <a:latin typeface="Arial"/>
                <a:ea typeface="Arial"/>
                <a:cs typeface="Arial"/>
              </a:defRPr>
            </a:lvl2pPr>
            <a:lvl3pPr>
              <a:defRPr sz="1875" b="1">
                <a:solidFill>
                  <a:srgbClr val="66D6D1"/>
                </a:solidFill>
                <a:latin typeface="Arial"/>
                <a:ea typeface="Arial"/>
                <a:cs typeface="Arial"/>
              </a:defRPr>
            </a:lvl3pPr>
            <a:lvl4pPr>
              <a:defRPr sz="1875" b="1">
                <a:solidFill>
                  <a:srgbClr val="66D6D1"/>
                </a:solidFill>
                <a:latin typeface="Arial"/>
                <a:ea typeface="Arial"/>
                <a:cs typeface="Arial"/>
              </a:defRPr>
            </a:lvl4pPr>
            <a:lvl5pPr>
              <a:defRPr sz="1875" b="1">
                <a:solidFill>
                  <a:srgbClr val="66D6D1"/>
                </a:solidFill>
                <a:latin typeface="Arial"/>
                <a:ea typeface="Arial"/>
                <a:cs typeface="Arial"/>
              </a:defRPr>
            </a:lvl5pPr>
            <a:lvl6pPr>
              <a:defRPr sz="1875" b="1">
                <a:solidFill>
                  <a:srgbClr val="66D6D1"/>
                </a:solidFill>
                <a:latin typeface="Arial"/>
                <a:ea typeface="Arial"/>
                <a:cs typeface="Arial"/>
              </a:defRPr>
            </a:lvl6pPr>
            <a:lvl7pPr>
              <a:defRPr sz="1875" b="1">
                <a:solidFill>
                  <a:srgbClr val="66D6D1"/>
                </a:solidFill>
                <a:latin typeface="Arial"/>
                <a:ea typeface="Arial"/>
                <a:cs typeface="Arial"/>
              </a:defRPr>
            </a:lvl7pPr>
            <a:lvl8pPr>
              <a:defRPr sz="1875" b="1">
                <a:solidFill>
                  <a:srgbClr val="66D6D1"/>
                </a:solidFill>
                <a:latin typeface="Arial"/>
                <a:ea typeface="Arial"/>
                <a:cs typeface="Arial"/>
              </a:defRPr>
            </a:lvl8pPr>
            <a:lvl9pPr>
              <a:defRPr sz="1875" b="1">
                <a:solidFill>
                  <a:srgbClr val="66D6D1"/>
                </a:solidFill>
                <a:latin typeface="Arial"/>
                <a:ea typeface="Arial"/>
                <a:cs typeface="Arial"/>
              </a:defRPr>
            </a:lvl9pPr>
          </a:lstStyle>
          <a:p xmlns:a="http://schemas.openxmlformats.org/drawingml/2006/main">
            <a:pPr>
              <a:defRPr sz="1875" b="1">
                <a:solidFill>
                  <a:srgbClr val="66D6D1"/>
                </a:solidFill>
                <a:latin typeface="Arial"/>
                <a:ea typeface="Arial"/>
                <a:cs typeface="Arial"/>
              </a:defRPr>
            </a:pPr>
            <a:r>
              <a:rPr sz="1875" b="1">
                <a:solidFill>
                  <a:srgbClr val="66D6D1"/>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25B1AA3-8E9A-4954-A093-BF73A50B34CB}"/>
              </a:ext>
            </a:extLst>
          </p:cNvPr>
          <p:cNvSpPr>
            <a:spLocks xmlns:a="http://schemas.openxmlformats.org/drawingml/2006/main" noGrp="1"/>
          </p:cNvSpPr>
          <p:nvPr/>
        </p:nvSpPr>
        <p:spPr>
          <a:xfrm xmlns:a="http://schemas.openxmlformats.org/drawingml/2006/main">
            <a:off x="1676400" y="470535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3F6F8"/>
                </a:solidFill>
                <a:latin typeface="Arial"/>
                <a:ea typeface="Arial"/>
                <a:cs typeface="Arial"/>
              </a:defRPr>
            </a:defPPr>
            <a:lvl1pPr>
              <a:defRPr sz="1875" b="1">
                <a:solidFill>
                  <a:srgbClr val="F3F6F8"/>
                </a:solidFill>
                <a:latin typeface="Arial"/>
                <a:ea typeface="Arial"/>
                <a:cs typeface="Arial"/>
              </a:defRPr>
            </a:lvl1pPr>
            <a:lvl2pPr>
              <a:defRPr sz="1875" b="1">
                <a:solidFill>
                  <a:srgbClr val="F3F6F8"/>
                </a:solidFill>
                <a:latin typeface="Arial"/>
                <a:ea typeface="Arial"/>
                <a:cs typeface="Arial"/>
              </a:defRPr>
            </a:lvl2pPr>
            <a:lvl3pPr>
              <a:defRPr sz="1875" b="1">
                <a:solidFill>
                  <a:srgbClr val="F3F6F8"/>
                </a:solidFill>
                <a:latin typeface="Arial"/>
                <a:ea typeface="Arial"/>
                <a:cs typeface="Arial"/>
              </a:defRPr>
            </a:lvl3pPr>
            <a:lvl4pPr>
              <a:defRPr sz="1875" b="1">
                <a:solidFill>
                  <a:srgbClr val="F3F6F8"/>
                </a:solidFill>
                <a:latin typeface="Arial"/>
                <a:ea typeface="Arial"/>
                <a:cs typeface="Arial"/>
              </a:defRPr>
            </a:lvl4pPr>
            <a:lvl5pPr>
              <a:defRPr sz="1875" b="1">
                <a:solidFill>
                  <a:srgbClr val="F3F6F8"/>
                </a:solidFill>
                <a:latin typeface="Arial"/>
                <a:ea typeface="Arial"/>
                <a:cs typeface="Arial"/>
              </a:defRPr>
            </a:lvl5pPr>
            <a:lvl6pPr>
              <a:defRPr sz="1875" b="1">
                <a:solidFill>
                  <a:srgbClr val="F3F6F8"/>
                </a:solidFill>
                <a:latin typeface="Arial"/>
                <a:ea typeface="Arial"/>
                <a:cs typeface="Arial"/>
              </a:defRPr>
            </a:lvl6pPr>
            <a:lvl7pPr>
              <a:defRPr sz="1875" b="1">
                <a:solidFill>
                  <a:srgbClr val="F3F6F8"/>
                </a:solidFill>
                <a:latin typeface="Arial"/>
                <a:ea typeface="Arial"/>
                <a:cs typeface="Arial"/>
              </a:defRPr>
            </a:lvl7pPr>
            <a:lvl8pPr>
              <a:defRPr sz="1875" b="1">
                <a:solidFill>
                  <a:srgbClr val="F3F6F8"/>
                </a:solidFill>
                <a:latin typeface="Arial"/>
                <a:ea typeface="Arial"/>
                <a:cs typeface="Arial"/>
              </a:defRPr>
            </a:lvl8pPr>
            <a:lvl9pPr>
              <a:defRPr sz="1875" b="1">
                <a:solidFill>
                  <a:srgbClr val="F3F6F8"/>
                </a:solidFill>
                <a:latin typeface="Arial"/>
                <a:ea typeface="Arial"/>
                <a:cs typeface="Arial"/>
              </a:defRPr>
            </a:lvl9pPr>
          </a:lstStyle>
          <a:p xmlns:a="http://schemas.openxmlformats.org/drawingml/2006/main">
            <a:pPr>
              <a:defRPr sz="1875" b="1">
                <a:solidFill>
                  <a:srgbClr val="F3F6F8"/>
                </a:solidFill>
                <a:latin typeface="Arial"/>
                <a:ea typeface="Arial"/>
                <a:cs typeface="Arial"/>
              </a:defRPr>
            </a:pPr>
            <a:r>
              <a:rPr sz="1875" b="1">
                <a:solidFill>
                  <a:srgbClr val="F3F6F8"/>
                </a:solidFill>
                <a:latin typeface="Arial"/>
                <a:ea typeface="Arial"/>
                <a:cs typeface="Arial"/>
              </a:rPr>
              <a:t>Ask VoiceOps</a:t>
            </a:r>
          </a:p>
        </p:txBody>
      </p:sp>
      <p:sp>
        <p:nvSpPr>
          <p:cNvPr id="15" name="">
            <a:extLst xmlns:a="http://schemas.openxmlformats.org/drawingml/2006/main">
              <a:ext uri="{FF2B5EF4-FFF2-40B4-BE49-F238E27FC236}">
                <a16:creationId xmlns:a16="http://schemas.microsoft.com/office/drawing/2014/main" id="{ED2FA7D8-52AB-49EE-9B67-6AEA0C8ED322}"/>
              </a:ext>
            </a:extLst>
          </p:cNvPr>
          <p:cNvSpPr>
            <a:spLocks xmlns:a="http://schemas.openxmlformats.org/drawingml/2006/main" noGrp="1"/>
          </p:cNvSpPr>
          <p:nvPr/>
        </p:nvSpPr>
        <p:spPr>
          <a:xfrm xmlns:a="http://schemas.openxmlformats.org/drawingml/2006/main">
            <a:off x="3829050" y="4705350"/>
            <a:ext cx="733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A8B5C1"/>
                </a:solidFill>
                <a:latin typeface="Arial"/>
                <a:ea typeface="Arial"/>
                <a:cs typeface="Arial"/>
              </a:defRPr>
            </a:defPPr>
            <a:lvl1pPr>
              <a:defRPr sz="1575" b="0">
                <a:solidFill>
                  <a:srgbClr val="A8B5C1"/>
                </a:solidFill>
                <a:latin typeface="Arial"/>
                <a:ea typeface="Arial"/>
                <a:cs typeface="Arial"/>
              </a:defRPr>
            </a:lvl1pPr>
            <a:lvl2pPr>
              <a:defRPr sz="1575" b="0">
                <a:solidFill>
                  <a:srgbClr val="A8B5C1"/>
                </a:solidFill>
                <a:latin typeface="Arial"/>
                <a:ea typeface="Arial"/>
                <a:cs typeface="Arial"/>
              </a:defRPr>
            </a:lvl2pPr>
            <a:lvl3pPr>
              <a:defRPr sz="1575" b="0">
                <a:solidFill>
                  <a:srgbClr val="A8B5C1"/>
                </a:solidFill>
                <a:latin typeface="Arial"/>
                <a:ea typeface="Arial"/>
                <a:cs typeface="Arial"/>
              </a:defRPr>
            </a:lvl3pPr>
            <a:lvl4pPr>
              <a:defRPr sz="1575" b="0">
                <a:solidFill>
                  <a:srgbClr val="A8B5C1"/>
                </a:solidFill>
                <a:latin typeface="Arial"/>
                <a:ea typeface="Arial"/>
                <a:cs typeface="Arial"/>
              </a:defRPr>
            </a:lvl4pPr>
            <a:lvl5pPr>
              <a:defRPr sz="1575" b="0">
                <a:solidFill>
                  <a:srgbClr val="A8B5C1"/>
                </a:solidFill>
                <a:latin typeface="Arial"/>
                <a:ea typeface="Arial"/>
                <a:cs typeface="Arial"/>
              </a:defRPr>
            </a:lvl5pPr>
            <a:lvl6pPr>
              <a:defRPr sz="1575" b="0">
                <a:solidFill>
                  <a:srgbClr val="A8B5C1"/>
                </a:solidFill>
                <a:latin typeface="Arial"/>
                <a:ea typeface="Arial"/>
                <a:cs typeface="Arial"/>
              </a:defRPr>
            </a:lvl6pPr>
            <a:lvl7pPr>
              <a:defRPr sz="1575" b="0">
                <a:solidFill>
                  <a:srgbClr val="A8B5C1"/>
                </a:solidFill>
                <a:latin typeface="Arial"/>
                <a:ea typeface="Arial"/>
                <a:cs typeface="Arial"/>
              </a:defRPr>
            </a:lvl7pPr>
            <a:lvl8pPr>
              <a:defRPr sz="1575" b="0">
                <a:solidFill>
                  <a:srgbClr val="A8B5C1"/>
                </a:solidFill>
                <a:latin typeface="Arial"/>
                <a:ea typeface="Arial"/>
                <a:cs typeface="Arial"/>
              </a:defRPr>
            </a:lvl8pPr>
            <a:lvl9pPr>
              <a:defRPr sz="1575" b="0">
                <a:solidFill>
                  <a:srgbClr val="A8B5C1"/>
                </a:solidFill>
                <a:latin typeface="Arial"/>
                <a:ea typeface="Arial"/>
                <a:cs typeface="Arial"/>
              </a:defRPr>
            </a:lvl9pPr>
          </a:lstStyle>
          <a:p xmlns:a="http://schemas.openxmlformats.org/drawingml/2006/main">
            <a:pPr>
              <a:defRPr sz="1575" b="0">
                <a:solidFill>
                  <a:srgbClr val="A8B5C1"/>
                </a:solidFill>
                <a:latin typeface="Arial"/>
                <a:ea typeface="Arial"/>
                <a:cs typeface="Arial"/>
              </a:defRPr>
            </a:pPr>
            <a:r>
              <a:rPr sz="1575" b="0">
                <a:solidFill>
                  <a:srgbClr val="A8B5C1"/>
                </a:solidFill>
                <a:latin typeface="Arial"/>
                <a:ea typeface="Arial"/>
                <a:cs typeface="Arial"/>
              </a:rPr>
              <a:t>Request an action, then show safe escalation</a:t>
            </a:r>
          </a:p>
        </p:txBody>
      </p:sp>
      <p:sp>
        <p:nvSpPr>
          <p:cNvPr id="16" name="">
            <a:extLst xmlns:a="http://schemas.openxmlformats.org/drawingml/2006/main">
              <a:ext uri="{FF2B5EF4-FFF2-40B4-BE49-F238E27FC236}">
                <a16:creationId xmlns:a16="http://schemas.microsoft.com/office/drawing/2014/main" id="{F5667286-B3FB-4246-A097-DADBDE09EF4B}"/>
              </a:ext>
            </a:extLst>
          </p:cNvPr>
          <p:cNvSpPr>
            <a:spLocks xmlns:a="http://schemas.openxmlformats.org/drawingml/2006/main" noGrp="1"/>
          </p:cNvSpPr>
          <p:nvPr/>
        </p:nvSpPr>
        <p:spPr>
          <a:xfrm xmlns:a="http://schemas.openxmlformats.org/drawingml/2006/main">
            <a:off x="781050" y="5734050"/>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66D6D1"/>
                </a:solidFill>
                <a:latin typeface="Arial"/>
                <a:ea typeface="Arial"/>
                <a:cs typeface="Arial"/>
              </a:defRPr>
            </a:defPPr>
            <a:lvl1pPr>
              <a:defRPr sz="1350" b="1">
                <a:solidFill>
                  <a:srgbClr val="66D6D1"/>
                </a:solidFill>
                <a:latin typeface="Arial"/>
                <a:ea typeface="Arial"/>
                <a:cs typeface="Arial"/>
              </a:defRPr>
            </a:lvl1pPr>
            <a:lvl2pPr>
              <a:defRPr sz="1350" b="1">
                <a:solidFill>
                  <a:srgbClr val="66D6D1"/>
                </a:solidFill>
                <a:latin typeface="Arial"/>
                <a:ea typeface="Arial"/>
                <a:cs typeface="Arial"/>
              </a:defRPr>
            </a:lvl2pPr>
            <a:lvl3pPr>
              <a:defRPr sz="1350" b="1">
                <a:solidFill>
                  <a:srgbClr val="66D6D1"/>
                </a:solidFill>
                <a:latin typeface="Arial"/>
                <a:ea typeface="Arial"/>
                <a:cs typeface="Arial"/>
              </a:defRPr>
            </a:lvl3pPr>
            <a:lvl4pPr>
              <a:defRPr sz="1350" b="1">
                <a:solidFill>
                  <a:srgbClr val="66D6D1"/>
                </a:solidFill>
                <a:latin typeface="Arial"/>
                <a:ea typeface="Arial"/>
                <a:cs typeface="Arial"/>
              </a:defRPr>
            </a:lvl4pPr>
            <a:lvl5pPr>
              <a:defRPr sz="1350" b="1">
                <a:solidFill>
                  <a:srgbClr val="66D6D1"/>
                </a:solidFill>
                <a:latin typeface="Arial"/>
                <a:ea typeface="Arial"/>
                <a:cs typeface="Arial"/>
              </a:defRPr>
            </a:lvl5pPr>
            <a:lvl6pPr>
              <a:defRPr sz="1350" b="1">
                <a:solidFill>
                  <a:srgbClr val="66D6D1"/>
                </a:solidFill>
                <a:latin typeface="Arial"/>
                <a:ea typeface="Arial"/>
                <a:cs typeface="Arial"/>
              </a:defRPr>
            </a:lvl6pPr>
            <a:lvl7pPr>
              <a:defRPr sz="1350" b="1">
                <a:solidFill>
                  <a:srgbClr val="66D6D1"/>
                </a:solidFill>
                <a:latin typeface="Arial"/>
                <a:ea typeface="Arial"/>
                <a:cs typeface="Arial"/>
              </a:defRPr>
            </a:lvl7pPr>
            <a:lvl8pPr>
              <a:defRPr sz="1350" b="1">
                <a:solidFill>
                  <a:srgbClr val="66D6D1"/>
                </a:solidFill>
                <a:latin typeface="Arial"/>
                <a:ea typeface="Arial"/>
                <a:cs typeface="Arial"/>
              </a:defRPr>
            </a:lvl8pPr>
            <a:lvl9pPr>
              <a:defRPr sz="1350" b="1">
                <a:solidFill>
                  <a:srgbClr val="66D6D1"/>
                </a:solidFill>
                <a:latin typeface="Arial"/>
                <a:ea typeface="Arial"/>
                <a:cs typeface="Arial"/>
              </a:defRPr>
            </a:lvl9pPr>
          </a:lstStyle>
          <a:p xmlns:a="http://schemas.openxmlformats.org/drawingml/2006/main">
            <a:pPr>
              <a:defRPr sz="1350" b="1">
                <a:solidFill>
                  <a:srgbClr val="66D6D1"/>
                </a:solidFill>
                <a:latin typeface="Arial"/>
                <a:ea typeface="Arial"/>
                <a:cs typeface="Arial"/>
              </a:defRPr>
            </a:pPr>
            <a:r>
              <a:rPr sz="1350" b="1">
                <a:solidFill>
                  <a:srgbClr val="66D6D1"/>
                </a:solidFill>
                <a:latin typeface="Arial"/>
                <a:ea typeface="Arial"/>
                <a:cs typeface="Arial"/>
              </a:rPr>
              <a:t>BATADAL describes a simulated network. It does not provide approved instructions for real equipment.</a:t>
            </a:r>
          </a:p>
        </p:txBody>
      </p:sp>
    </p:spTree>
    <p:extLst>
      <p:ext uri="{BB962C8B-B14F-4D97-AF65-F5344CB8AC3E}">
        <p14:creationId xmlns:p14="http://schemas.microsoft.com/office/powerpoint/2010/main" val="1432679406"/>
      </p:ext>
    </p:extLst>
  </p:cSld>
</p:sld>
</file>

<file path=ppt/slides/slide5.xml><?xml version="1.0" encoding="utf-8"?>
<p:sld xmlns:p="http://schemas.openxmlformats.org/presentationml/2006/main">
  <p:cSld>
    <p:bg>
      <p:bgPr>
        <a:solidFill xmlns:a="http://schemas.openxmlformats.org/drawingml/2006/main">
          <a:srgbClr val="0B11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794546-EDB9-4190-A30B-FF1A8AAB3613}"/>
              </a:ext>
            </a:extLst>
          </p:cNvPr>
          <p:cNvSpPr>
            <a:spLocks xmlns:a="http://schemas.openxmlformats.org/drawingml/2006/main" noGrp="1"/>
          </p:cNvSpPr>
          <p:nvPr/>
        </p:nvSpPr>
        <p:spPr>
          <a:xfrm xmlns:a="http://schemas.openxmlformats.org/drawingml/2006/main">
            <a:off x="723900" y="4572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78D989"/>
                </a:solidFill>
                <a:latin typeface="Arial"/>
                <a:ea typeface="Arial"/>
                <a:cs typeface="Arial"/>
              </a:defRPr>
            </a:defPPr>
            <a:lvl1pPr>
              <a:defRPr sz="1125" b="1">
                <a:solidFill>
                  <a:srgbClr val="78D989"/>
                </a:solidFill>
                <a:latin typeface="Arial"/>
                <a:ea typeface="Arial"/>
                <a:cs typeface="Arial"/>
              </a:defRPr>
            </a:lvl1pPr>
            <a:lvl2pPr>
              <a:defRPr sz="1125" b="1">
                <a:solidFill>
                  <a:srgbClr val="78D989"/>
                </a:solidFill>
                <a:latin typeface="Arial"/>
                <a:ea typeface="Arial"/>
                <a:cs typeface="Arial"/>
              </a:defRPr>
            </a:lvl2pPr>
            <a:lvl3pPr>
              <a:defRPr sz="1125" b="1">
                <a:solidFill>
                  <a:srgbClr val="78D989"/>
                </a:solidFill>
                <a:latin typeface="Arial"/>
                <a:ea typeface="Arial"/>
                <a:cs typeface="Arial"/>
              </a:defRPr>
            </a:lvl3pPr>
            <a:lvl4pPr>
              <a:defRPr sz="1125" b="1">
                <a:solidFill>
                  <a:srgbClr val="78D989"/>
                </a:solidFill>
                <a:latin typeface="Arial"/>
                <a:ea typeface="Arial"/>
                <a:cs typeface="Arial"/>
              </a:defRPr>
            </a:lvl4pPr>
            <a:lvl5pPr>
              <a:defRPr sz="1125" b="1">
                <a:solidFill>
                  <a:srgbClr val="78D989"/>
                </a:solidFill>
                <a:latin typeface="Arial"/>
                <a:ea typeface="Arial"/>
                <a:cs typeface="Arial"/>
              </a:defRPr>
            </a:lvl5pPr>
            <a:lvl6pPr>
              <a:defRPr sz="1125" b="1">
                <a:solidFill>
                  <a:srgbClr val="78D989"/>
                </a:solidFill>
                <a:latin typeface="Arial"/>
                <a:ea typeface="Arial"/>
                <a:cs typeface="Arial"/>
              </a:defRPr>
            </a:lvl6pPr>
            <a:lvl7pPr>
              <a:defRPr sz="1125" b="1">
                <a:solidFill>
                  <a:srgbClr val="78D989"/>
                </a:solidFill>
                <a:latin typeface="Arial"/>
                <a:ea typeface="Arial"/>
                <a:cs typeface="Arial"/>
              </a:defRPr>
            </a:lvl7pPr>
            <a:lvl8pPr>
              <a:defRPr sz="1125" b="1">
                <a:solidFill>
                  <a:srgbClr val="78D989"/>
                </a:solidFill>
                <a:latin typeface="Arial"/>
                <a:ea typeface="Arial"/>
                <a:cs typeface="Arial"/>
              </a:defRPr>
            </a:lvl8pPr>
            <a:lvl9pPr>
              <a:defRPr sz="1125" b="1">
                <a:solidFill>
                  <a:srgbClr val="78D989"/>
                </a:solidFill>
                <a:latin typeface="Arial"/>
                <a:ea typeface="Arial"/>
                <a:cs typeface="Arial"/>
              </a:defRPr>
            </a:lvl9pPr>
          </a:lstStyle>
          <a:p xmlns:a="http://schemas.openxmlformats.org/drawingml/2006/main">
            <a:pPr>
              <a:defRPr sz="1125" b="1">
                <a:solidFill>
                  <a:srgbClr val="78D989"/>
                </a:solidFill>
                <a:latin typeface="Arial"/>
                <a:ea typeface="Arial"/>
                <a:cs typeface="Arial"/>
              </a:defRPr>
            </a:pPr>
            <a:r>
              <a:rPr sz="1125" b="1">
                <a:solidFill>
                  <a:srgbClr val="78D989"/>
                </a:solidFill>
                <a:latin typeface="Arial"/>
                <a:ea typeface="Arial"/>
                <a:cs typeface="Arial"/>
              </a:rPr>
              <a:t>SAFE DECISION SUPPORT</a:t>
            </a:r>
          </a:p>
        </p:txBody>
      </p:sp>
      <p:sp>
        <p:nvSpPr>
          <p:cNvPr id="2" name="">
            <a:extLst xmlns:a="http://schemas.openxmlformats.org/drawingml/2006/main">
              <a:ext uri="{FF2B5EF4-FFF2-40B4-BE49-F238E27FC236}">
                <a16:creationId xmlns:a16="http://schemas.microsoft.com/office/drawing/2014/main" id="{43886AD5-C84A-4B92-819A-3F2893855270}"/>
              </a:ext>
            </a:extLst>
          </p:cNvPr>
          <p:cNvSpPr>
            <a:spLocks xmlns:a="http://schemas.openxmlformats.org/drawingml/2006/main" noGrp="1"/>
          </p:cNvSpPr>
          <p:nvPr/>
        </p:nvSpPr>
        <p:spPr>
          <a:xfrm xmlns:a="http://schemas.openxmlformats.org/drawingml/2006/main">
            <a:off x="723900" y="9525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375" b="1">
                <a:solidFill>
                  <a:srgbClr val="F3F6F8"/>
                </a:solidFill>
                <a:latin typeface="Arial"/>
                <a:ea typeface="Arial"/>
                <a:cs typeface="Arial"/>
              </a:defRPr>
            </a:defPPr>
            <a:lvl1pPr>
              <a:defRPr sz="3375" b="1">
                <a:solidFill>
                  <a:srgbClr val="F3F6F8"/>
                </a:solidFill>
                <a:latin typeface="Arial"/>
                <a:ea typeface="Arial"/>
                <a:cs typeface="Arial"/>
              </a:defRPr>
            </a:lvl1pPr>
            <a:lvl2pPr>
              <a:defRPr sz="3375" b="1">
                <a:solidFill>
                  <a:srgbClr val="F3F6F8"/>
                </a:solidFill>
                <a:latin typeface="Arial"/>
                <a:ea typeface="Arial"/>
                <a:cs typeface="Arial"/>
              </a:defRPr>
            </a:lvl2pPr>
            <a:lvl3pPr>
              <a:defRPr sz="3375" b="1">
                <a:solidFill>
                  <a:srgbClr val="F3F6F8"/>
                </a:solidFill>
                <a:latin typeface="Arial"/>
                <a:ea typeface="Arial"/>
                <a:cs typeface="Arial"/>
              </a:defRPr>
            </a:lvl3pPr>
            <a:lvl4pPr>
              <a:defRPr sz="3375" b="1">
                <a:solidFill>
                  <a:srgbClr val="F3F6F8"/>
                </a:solidFill>
                <a:latin typeface="Arial"/>
                <a:ea typeface="Arial"/>
                <a:cs typeface="Arial"/>
              </a:defRPr>
            </a:lvl4pPr>
            <a:lvl5pPr>
              <a:defRPr sz="3375" b="1">
                <a:solidFill>
                  <a:srgbClr val="F3F6F8"/>
                </a:solidFill>
                <a:latin typeface="Arial"/>
                <a:ea typeface="Arial"/>
                <a:cs typeface="Arial"/>
              </a:defRPr>
            </a:lvl5pPr>
            <a:lvl6pPr>
              <a:defRPr sz="3375" b="1">
                <a:solidFill>
                  <a:srgbClr val="F3F6F8"/>
                </a:solidFill>
                <a:latin typeface="Arial"/>
                <a:ea typeface="Arial"/>
                <a:cs typeface="Arial"/>
              </a:defRPr>
            </a:lvl6pPr>
            <a:lvl7pPr>
              <a:defRPr sz="3375" b="1">
                <a:solidFill>
                  <a:srgbClr val="F3F6F8"/>
                </a:solidFill>
                <a:latin typeface="Arial"/>
                <a:ea typeface="Arial"/>
                <a:cs typeface="Arial"/>
              </a:defRPr>
            </a:lvl7pPr>
            <a:lvl8pPr>
              <a:defRPr sz="3375" b="1">
                <a:solidFill>
                  <a:srgbClr val="F3F6F8"/>
                </a:solidFill>
                <a:latin typeface="Arial"/>
                <a:ea typeface="Arial"/>
                <a:cs typeface="Arial"/>
              </a:defRPr>
            </a:lvl8pPr>
            <a:lvl9pPr>
              <a:defRPr sz="3375" b="1">
                <a:solidFill>
                  <a:srgbClr val="F3F6F8"/>
                </a:solidFill>
                <a:latin typeface="Arial"/>
                <a:ea typeface="Arial"/>
                <a:cs typeface="Arial"/>
              </a:defRPr>
            </a:lvl9pPr>
          </a:lstStyle>
          <a:p xmlns:a="http://schemas.openxmlformats.org/drawingml/2006/main">
            <a:pPr>
              <a:defRPr sz="3375" b="1">
                <a:solidFill>
                  <a:srgbClr val="F3F6F8"/>
                </a:solidFill>
                <a:latin typeface="Arial"/>
                <a:ea typeface="Arial"/>
                <a:cs typeface="Arial"/>
              </a:defRPr>
            </a:pPr>
            <a:r>
              <a:rPr sz="3375" b="1">
                <a:solidFill>
                  <a:srgbClr val="F3F6F8"/>
                </a:solidFill>
                <a:latin typeface="Arial"/>
                <a:ea typeface="Arial"/>
                <a:cs typeface="Arial"/>
              </a:rPr>
              <a:t>Evidence first. Human review when needed.</a:t>
            </a:r>
          </a:p>
        </p:txBody>
      </p:sp>
      <p:sp>
        <p:nvSpPr>
          <p:cNvPr id="3" name="">
            <a:extLst xmlns:a="http://schemas.openxmlformats.org/drawingml/2006/main">
              <a:ext uri="{FF2B5EF4-FFF2-40B4-BE49-F238E27FC236}">
                <a16:creationId xmlns:a16="http://schemas.microsoft.com/office/drawing/2014/main" id="{05405C30-1B2E-4969-AE4F-F99DD47A522E}"/>
              </a:ext>
            </a:extLst>
          </p:cNvPr>
          <p:cNvSpPr>
            <a:spLocks xmlns:a="http://schemas.openxmlformats.org/drawingml/2006/main" noGrp="1"/>
          </p:cNvSpPr>
          <p:nvPr/>
        </p:nvSpPr>
        <p:spPr>
          <a:xfrm xmlns:a="http://schemas.openxmlformats.org/drawingml/2006/main">
            <a:off x="723900" y="63246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A8B5C1"/>
                </a:solidFill>
                <a:latin typeface="Arial"/>
                <a:ea typeface="Arial"/>
                <a:cs typeface="Arial"/>
              </a:defRPr>
            </a:defPPr>
            <a:lvl1pPr>
              <a:defRPr sz="975" b="0">
                <a:solidFill>
                  <a:srgbClr val="A8B5C1"/>
                </a:solidFill>
                <a:latin typeface="Arial"/>
                <a:ea typeface="Arial"/>
                <a:cs typeface="Arial"/>
              </a:defRPr>
            </a:lvl1pPr>
            <a:lvl2pPr>
              <a:defRPr sz="975" b="0">
                <a:solidFill>
                  <a:srgbClr val="A8B5C1"/>
                </a:solidFill>
                <a:latin typeface="Arial"/>
                <a:ea typeface="Arial"/>
                <a:cs typeface="Arial"/>
              </a:defRPr>
            </a:lvl2pPr>
            <a:lvl3pPr>
              <a:defRPr sz="975" b="0">
                <a:solidFill>
                  <a:srgbClr val="A8B5C1"/>
                </a:solidFill>
                <a:latin typeface="Arial"/>
                <a:ea typeface="Arial"/>
                <a:cs typeface="Arial"/>
              </a:defRPr>
            </a:lvl3pPr>
            <a:lvl4pPr>
              <a:defRPr sz="975" b="0">
                <a:solidFill>
                  <a:srgbClr val="A8B5C1"/>
                </a:solidFill>
                <a:latin typeface="Arial"/>
                <a:ea typeface="Arial"/>
                <a:cs typeface="Arial"/>
              </a:defRPr>
            </a:lvl4pPr>
            <a:lvl5pPr>
              <a:defRPr sz="975" b="0">
                <a:solidFill>
                  <a:srgbClr val="A8B5C1"/>
                </a:solidFill>
                <a:latin typeface="Arial"/>
                <a:ea typeface="Arial"/>
                <a:cs typeface="Arial"/>
              </a:defRPr>
            </a:lvl5pPr>
            <a:lvl6pPr>
              <a:defRPr sz="975" b="0">
                <a:solidFill>
                  <a:srgbClr val="A8B5C1"/>
                </a:solidFill>
                <a:latin typeface="Arial"/>
                <a:ea typeface="Arial"/>
                <a:cs typeface="Arial"/>
              </a:defRPr>
            </a:lvl6pPr>
            <a:lvl7pPr>
              <a:defRPr sz="975" b="0">
                <a:solidFill>
                  <a:srgbClr val="A8B5C1"/>
                </a:solidFill>
                <a:latin typeface="Arial"/>
                <a:ea typeface="Arial"/>
                <a:cs typeface="Arial"/>
              </a:defRPr>
            </a:lvl7pPr>
            <a:lvl8pPr>
              <a:defRPr sz="975" b="0">
                <a:solidFill>
                  <a:srgbClr val="A8B5C1"/>
                </a:solidFill>
                <a:latin typeface="Arial"/>
                <a:ea typeface="Arial"/>
                <a:cs typeface="Arial"/>
              </a:defRPr>
            </a:lvl8pPr>
            <a:lvl9pPr>
              <a:defRPr sz="975" b="0">
                <a:solidFill>
                  <a:srgbClr val="A8B5C1"/>
                </a:solidFill>
                <a:latin typeface="Arial"/>
                <a:ea typeface="Arial"/>
                <a:cs typeface="Arial"/>
              </a:defRPr>
            </a:lvl9pPr>
          </a:lstStyle>
          <a:p xmlns:a="http://schemas.openxmlformats.org/drawingml/2006/main">
            <a:pPr>
              <a:defRPr sz="975" b="0">
                <a:solidFill>
                  <a:srgbClr val="A8B5C1"/>
                </a:solidFill>
                <a:latin typeface="Arial"/>
                <a:ea typeface="Arial"/>
                <a:cs typeface="Arial"/>
              </a:defRPr>
            </a:pPr>
            <a:r>
              <a:rPr sz="975" b="0">
                <a:solidFill>
                  <a:srgbClr val="A8B5C1"/>
                </a:solidFill>
                <a:latin typeface="Arial"/>
                <a:ea typeface="Arial"/>
                <a:cs typeface="Arial"/>
              </a:rPr>
              <a:t>BUILDATHON PITCH     05 / 05</a:t>
            </a:r>
          </a:p>
        </p:txBody>
      </p:sp>
      <p:sp>
        <p:nvSpPr>
          <p:cNvPr id="4" name="">
            <a:extLst xmlns:a="http://schemas.openxmlformats.org/drawingml/2006/main">
              <a:ext uri="{FF2B5EF4-FFF2-40B4-BE49-F238E27FC236}">
                <a16:creationId xmlns:a16="http://schemas.microsoft.com/office/drawing/2014/main" id="{155C842A-AA24-4DC3-B145-B9602C3FBD8F}"/>
              </a:ext>
            </a:extLst>
          </p:cNvPr>
          <p:cNvSpPr>
            <a:spLocks xmlns:a="http://schemas.openxmlformats.org/drawingml/2006/main" noGrp="1"/>
          </p:cNvSpPr>
          <p:nvPr/>
        </p:nvSpPr>
        <p:spPr>
          <a:xfrm xmlns:a="http://schemas.openxmlformats.org/drawingml/2006/main">
            <a:off x="762000" y="2133600"/>
            <a:ext cx="10382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F3F6F8"/>
                </a:solidFill>
                <a:latin typeface="Arial"/>
                <a:ea typeface="Arial"/>
                <a:cs typeface="Arial"/>
              </a:defRPr>
            </a:defPPr>
            <a:lvl1pPr>
              <a:defRPr sz="2550" b="1">
                <a:solidFill>
                  <a:srgbClr val="F3F6F8"/>
                </a:solidFill>
                <a:latin typeface="Arial"/>
                <a:ea typeface="Arial"/>
                <a:cs typeface="Arial"/>
              </a:defRPr>
            </a:lvl1pPr>
            <a:lvl2pPr>
              <a:defRPr sz="2550" b="1">
                <a:solidFill>
                  <a:srgbClr val="F3F6F8"/>
                </a:solidFill>
                <a:latin typeface="Arial"/>
                <a:ea typeface="Arial"/>
                <a:cs typeface="Arial"/>
              </a:defRPr>
            </a:lvl2pPr>
            <a:lvl3pPr>
              <a:defRPr sz="2550" b="1">
                <a:solidFill>
                  <a:srgbClr val="F3F6F8"/>
                </a:solidFill>
                <a:latin typeface="Arial"/>
                <a:ea typeface="Arial"/>
                <a:cs typeface="Arial"/>
              </a:defRPr>
            </a:lvl3pPr>
            <a:lvl4pPr>
              <a:defRPr sz="2550" b="1">
                <a:solidFill>
                  <a:srgbClr val="F3F6F8"/>
                </a:solidFill>
                <a:latin typeface="Arial"/>
                <a:ea typeface="Arial"/>
                <a:cs typeface="Arial"/>
              </a:defRPr>
            </a:lvl4pPr>
            <a:lvl5pPr>
              <a:defRPr sz="2550" b="1">
                <a:solidFill>
                  <a:srgbClr val="F3F6F8"/>
                </a:solidFill>
                <a:latin typeface="Arial"/>
                <a:ea typeface="Arial"/>
                <a:cs typeface="Arial"/>
              </a:defRPr>
            </a:lvl5pPr>
            <a:lvl6pPr>
              <a:defRPr sz="2550" b="1">
                <a:solidFill>
                  <a:srgbClr val="F3F6F8"/>
                </a:solidFill>
                <a:latin typeface="Arial"/>
                <a:ea typeface="Arial"/>
                <a:cs typeface="Arial"/>
              </a:defRPr>
            </a:lvl6pPr>
            <a:lvl7pPr>
              <a:defRPr sz="2550" b="1">
                <a:solidFill>
                  <a:srgbClr val="F3F6F8"/>
                </a:solidFill>
                <a:latin typeface="Arial"/>
                <a:ea typeface="Arial"/>
                <a:cs typeface="Arial"/>
              </a:defRPr>
            </a:lvl7pPr>
            <a:lvl8pPr>
              <a:defRPr sz="2550" b="1">
                <a:solidFill>
                  <a:srgbClr val="F3F6F8"/>
                </a:solidFill>
                <a:latin typeface="Arial"/>
                <a:ea typeface="Arial"/>
                <a:cs typeface="Arial"/>
              </a:defRPr>
            </a:lvl8pPr>
            <a:lvl9pPr>
              <a:defRPr sz="2550" b="1">
                <a:solidFill>
                  <a:srgbClr val="F3F6F8"/>
                </a:solidFill>
                <a:latin typeface="Arial"/>
                <a:ea typeface="Arial"/>
                <a:cs typeface="Arial"/>
              </a:defRPr>
            </a:lvl9pPr>
          </a:lstStyle>
          <a:p xmlns:a="http://schemas.openxmlformats.org/drawingml/2006/main">
            <a:pPr>
              <a:defRPr sz="2550" b="1">
                <a:solidFill>
                  <a:srgbClr val="F3F6F8"/>
                </a:solidFill>
                <a:latin typeface="Arial"/>
                <a:ea typeface="Arial"/>
                <a:cs typeface="Arial"/>
              </a:defRPr>
            </a:pPr>
            <a:r>
              <a:rPr sz="2550" b="1">
                <a:solidFill>
                  <a:srgbClr val="F3F6F8"/>
                </a:solidFill>
                <a:latin typeface="Arial"/>
                <a:ea typeface="Arial"/>
                <a:cs typeface="Arial"/>
              </a:rPr>
              <a:t>Argus helps operators inspect a deviation and find relevant context sooner.</a:t>
            </a:r>
          </a:p>
        </p:txBody>
      </p:sp>
      <p:sp>
        <p:nvSpPr>
          <p:cNvPr id="5" name="">
            <a:extLst xmlns:a="http://schemas.openxmlformats.org/drawingml/2006/main">
              <a:ext uri="{FF2B5EF4-FFF2-40B4-BE49-F238E27FC236}">
                <a16:creationId xmlns:a16="http://schemas.microsoft.com/office/drawing/2014/main" id="{2AD7D106-92A5-4B82-A047-3C4E4B9A63EF}"/>
              </a:ext>
            </a:extLst>
          </p:cNvPr>
          <p:cNvSpPr>
            <a:spLocks xmlns:a="http://schemas.openxmlformats.org/drawingml/2006/main" noGrp="1"/>
          </p:cNvSpPr>
          <p:nvPr/>
        </p:nvSpPr>
        <p:spPr>
          <a:xfrm xmlns:a="http://schemas.openxmlformats.org/drawingml/2006/main">
            <a:off x="781050" y="35242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78D989"/>
                </a:solidFill>
                <a:latin typeface="Arial"/>
                <a:ea typeface="Arial"/>
                <a:cs typeface="Arial"/>
              </a:defRPr>
            </a:defPPr>
            <a:lvl1pPr>
              <a:defRPr sz="1725" b="1">
                <a:solidFill>
                  <a:srgbClr val="78D989"/>
                </a:solidFill>
                <a:latin typeface="Arial"/>
                <a:ea typeface="Arial"/>
                <a:cs typeface="Arial"/>
              </a:defRPr>
            </a:lvl1pPr>
            <a:lvl2pPr>
              <a:defRPr sz="1725" b="1">
                <a:solidFill>
                  <a:srgbClr val="78D989"/>
                </a:solidFill>
                <a:latin typeface="Arial"/>
                <a:ea typeface="Arial"/>
                <a:cs typeface="Arial"/>
              </a:defRPr>
            </a:lvl2pPr>
            <a:lvl3pPr>
              <a:defRPr sz="1725" b="1">
                <a:solidFill>
                  <a:srgbClr val="78D989"/>
                </a:solidFill>
                <a:latin typeface="Arial"/>
                <a:ea typeface="Arial"/>
                <a:cs typeface="Arial"/>
              </a:defRPr>
            </a:lvl3pPr>
            <a:lvl4pPr>
              <a:defRPr sz="1725" b="1">
                <a:solidFill>
                  <a:srgbClr val="78D989"/>
                </a:solidFill>
                <a:latin typeface="Arial"/>
                <a:ea typeface="Arial"/>
                <a:cs typeface="Arial"/>
              </a:defRPr>
            </a:lvl4pPr>
            <a:lvl5pPr>
              <a:defRPr sz="1725" b="1">
                <a:solidFill>
                  <a:srgbClr val="78D989"/>
                </a:solidFill>
                <a:latin typeface="Arial"/>
                <a:ea typeface="Arial"/>
                <a:cs typeface="Arial"/>
              </a:defRPr>
            </a:lvl5pPr>
            <a:lvl6pPr>
              <a:defRPr sz="1725" b="1">
                <a:solidFill>
                  <a:srgbClr val="78D989"/>
                </a:solidFill>
                <a:latin typeface="Arial"/>
                <a:ea typeface="Arial"/>
                <a:cs typeface="Arial"/>
              </a:defRPr>
            </a:lvl6pPr>
            <a:lvl7pPr>
              <a:defRPr sz="1725" b="1">
                <a:solidFill>
                  <a:srgbClr val="78D989"/>
                </a:solidFill>
                <a:latin typeface="Arial"/>
                <a:ea typeface="Arial"/>
                <a:cs typeface="Arial"/>
              </a:defRPr>
            </a:lvl7pPr>
            <a:lvl8pPr>
              <a:defRPr sz="1725" b="1">
                <a:solidFill>
                  <a:srgbClr val="78D989"/>
                </a:solidFill>
                <a:latin typeface="Arial"/>
                <a:ea typeface="Arial"/>
                <a:cs typeface="Arial"/>
              </a:defRPr>
            </a:lvl8pPr>
            <a:lvl9pPr>
              <a:defRPr sz="1725" b="1">
                <a:solidFill>
                  <a:srgbClr val="78D989"/>
                </a:solidFill>
                <a:latin typeface="Arial"/>
                <a:ea typeface="Arial"/>
                <a:cs typeface="Arial"/>
              </a:defRPr>
            </a:lvl9pPr>
          </a:lstStyle>
          <a:p xmlns:a="http://schemas.openxmlformats.org/drawingml/2006/main">
            <a:pPr>
              <a:defRPr sz="1725" b="1">
                <a:solidFill>
                  <a:srgbClr val="78D989"/>
                </a:solidFill>
                <a:latin typeface="Arial"/>
                <a:ea typeface="Arial"/>
                <a:cs typeface="Arial"/>
              </a:defRPr>
            </a:pPr>
            <a:r>
              <a:rPr sz="1725" b="1">
                <a:solidFill>
                  <a:srgbClr val="78D989"/>
                </a:solidFill>
                <a:latin typeface="Arial"/>
                <a:ea typeface="Arial"/>
                <a:cs typeface="Arial"/>
              </a:rPr>
              <a:t>Prototype boundary</a:t>
            </a:r>
          </a:p>
        </p:txBody>
      </p:sp>
      <p:sp>
        <p:nvSpPr>
          <p:cNvPr id="6" name="">
            <a:extLst xmlns:a="http://schemas.openxmlformats.org/drawingml/2006/main">
              <a:ext uri="{FF2B5EF4-FFF2-40B4-BE49-F238E27FC236}">
                <a16:creationId xmlns:a16="http://schemas.microsoft.com/office/drawing/2014/main" id="{19B481AE-5ECD-474C-A59F-C5B070448D4E}"/>
              </a:ext>
            </a:extLst>
          </p:cNvPr>
          <p:cNvSpPr>
            <a:spLocks xmlns:a="http://schemas.openxmlformats.org/drawingml/2006/main" noGrp="1"/>
          </p:cNvSpPr>
          <p:nvPr/>
        </p:nvSpPr>
        <p:spPr>
          <a:xfrm xmlns:a="http://schemas.openxmlformats.org/drawingml/2006/main">
            <a:off x="781050" y="4029075"/>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A8B5C1"/>
                </a:solidFill>
                <a:latin typeface="Arial"/>
                <a:ea typeface="Arial"/>
                <a:cs typeface="Arial"/>
              </a:defRPr>
            </a:defPPr>
            <a:lvl1pPr>
              <a:defRPr sz="1650" b="0">
                <a:solidFill>
                  <a:srgbClr val="A8B5C1"/>
                </a:solidFill>
                <a:latin typeface="Arial"/>
                <a:ea typeface="Arial"/>
                <a:cs typeface="Arial"/>
              </a:defRPr>
            </a:lvl1pPr>
            <a:lvl2pPr>
              <a:defRPr sz="1650" b="0">
                <a:solidFill>
                  <a:srgbClr val="A8B5C1"/>
                </a:solidFill>
                <a:latin typeface="Arial"/>
                <a:ea typeface="Arial"/>
                <a:cs typeface="Arial"/>
              </a:defRPr>
            </a:lvl2pPr>
            <a:lvl3pPr>
              <a:defRPr sz="1650" b="0">
                <a:solidFill>
                  <a:srgbClr val="A8B5C1"/>
                </a:solidFill>
                <a:latin typeface="Arial"/>
                <a:ea typeface="Arial"/>
                <a:cs typeface="Arial"/>
              </a:defRPr>
            </a:lvl3pPr>
            <a:lvl4pPr>
              <a:defRPr sz="1650" b="0">
                <a:solidFill>
                  <a:srgbClr val="A8B5C1"/>
                </a:solidFill>
                <a:latin typeface="Arial"/>
                <a:ea typeface="Arial"/>
                <a:cs typeface="Arial"/>
              </a:defRPr>
            </a:lvl4pPr>
            <a:lvl5pPr>
              <a:defRPr sz="1650" b="0">
                <a:solidFill>
                  <a:srgbClr val="A8B5C1"/>
                </a:solidFill>
                <a:latin typeface="Arial"/>
                <a:ea typeface="Arial"/>
                <a:cs typeface="Arial"/>
              </a:defRPr>
            </a:lvl5pPr>
            <a:lvl6pPr>
              <a:defRPr sz="1650" b="0">
                <a:solidFill>
                  <a:srgbClr val="A8B5C1"/>
                </a:solidFill>
                <a:latin typeface="Arial"/>
                <a:ea typeface="Arial"/>
                <a:cs typeface="Arial"/>
              </a:defRPr>
            </a:lvl6pPr>
            <a:lvl7pPr>
              <a:defRPr sz="1650" b="0">
                <a:solidFill>
                  <a:srgbClr val="A8B5C1"/>
                </a:solidFill>
                <a:latin typeface="Arial"/>
                <a:ea typeface="Arial"/>
                <a:cs typeface="Arial"/>
              </a:defRPr>
            </a:lvl7pPr>
            <a:lvl8pPr>
              <a:defRPr sz="1650" b="0">
                <a:solidFill>
                  <a:srgbClr val="A8B5C1"/>
                </a:solidFill>
                <a:latin typeface="Arial"/>
                <a:ea typeface="Arial"/>
                <a:cs typeface="Arial"/>
              </a:defRPr>
            </a:lvl8pPr>
            <a:lvl9pPr>
              <a:defRPr sz="1650" b="0">
                <a:solidFill>
                  <a:srgbClr val="A8B5C1"/>
                </a:solidFill>
                <a:latin typeface="Arial"/>
                <a:ea typeface="Arial"/>
                <a:cs typeface="Arial"/>
              </a:defRPr>
            </a:lvl9pPr>
          </a:lstStyle>
          <a:p xmlns:a="http://schemas.openxmlformats.org/drawingml/2006/main">
            <a:pPr>
              <a:defRPr sz="1650" b="0">
                <a:solidFill>
                  <a:srgbClr val="A8B5C1"/>
                </a:solidFill>
                <a:latin typeface="Arial"/>
                <a:ea typeface="Arial"/>
                <a:cs typeface="Arial"/>
              </a:defRPr>
            </a:pPr>
            <a:r>
              <a:rPr sz="1650" b="0">
                <a:solidFill>
                  <a:srgbClr val="A8B5C1"/>
                </a:solidFill>
                <a:latin typeface="Arial"/>
                <a:ea typeface="Arial"/>
                <a:cs typeface="Arial"/>
              </a:rPr>
              <a:t>Simulated benchmark data. No equipment control. No substitute for approved site procedures.</a:t>
            </a:r>
          </a:p>
        </p:txBody>
      </p:sp>
      <p:sp>
        <p:nvSpPr>
          <p:cNvPr id="7" name="">
            <a:extLst xmlns:a="http://schemas.openxmlformats.org/drawingml/2006/main">
              <a:ext uri="{FF2B5EF4-FFF2-40B4-BE49-F238E27FC236}">
                <a16:creationId xmlns:a16="http://schemas.microsoft.com/office/drawing/2014/main" id="{97837E9C-F9CF-4135-A53C-CF4903BC726E}"/>
              </a:ext>
            </a:extLst>
          </p:cNvPr>
          <p:cNvSpPr>
            <a:spLocks xmlns:a="http://schemas.openxmlformats.org/drawingml/2006/main" noGrp="1"/>
          </p:cNvSpPr>
          <p:nvPr/>
        </p:nvSpPr>
        <p:spPr>
          <a:xfrm xmlns:a="http://schemas.openxmlformats.org/drawingml/2006/main">
            <a:off x="781050" y="52197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6D6D1"/>
                </a:solidFill>
                <a:latin typeface="Arial"/>
                <a:ea typeface="Arial"/>
                <a:cs typeface="Arial"/>
              </a:defRPr>
            </a:defPPr>
            <a:lvl1pPr>
              <a:defRPr sz="1575" b="1">
                <a:solidFill>
                  <a:srgbClr val="66D6D1"/>
                </a:solidFill>
                <a:latin typeface="Arial"/>
                <a:ea typeface="Arial"/>
                <a:cs typeface="Arial"/>
              </a:defRPr>
            </a:lvl1pPr>
            <a:lvl2pPr>
              <a:defRPr sz="1575" b="1">
                <a:solidFill>
                  <a:srgbClr val="66D6D1"/>
                </a:solidFill>
                <a:latin typeface="Arial"/>
                <a:ea typeface="Arial"/>
                <a:cs typeface="Arial"/>
              </a:defRPr>
            </a:lvl2pPr>
            <a:lvl3pPr>
              <a:defRPr sz="1575" b="1">
                <a:solidFill>
                  <a:srgbClr val="66D6D1"/>
                </a:solidFill>
                <a:latin typeface="Arial"/>
                <a:ea typeface="Arial"/>
                <a:cs typeface="Arial"/>
              </a:defRPr>
            </a:lvl3pPr>
            <a:lvl4pPr>
              <a:defRPr sz="1575" b="1">
                <a:solidFill>
                  <a:srgbClr val="66D6D1"/>
                </a:solidFill>
                <a:latin typeface="Arial"/>
                <a:ea typeface="Arial"/>
                <a:cs typeface="Arial"/>
              </a:defRPr>
            </a:lvl4pPr>
            <a:lvl5pPr>
              <a:defRPr sz="1575" b="1">
                <a:solidFill>
                  <a:srgbClr val="66D6D1"/>
                </a:solidFill>
                <a:latin typeface="Arial"/>
                <a:ea typeface="Arial"/>
                <a:cs typeface="Arial"/>
              </a:defRPr>
            </a:lvl5pPr>
            <a:lvl6pPr>
              <a:defRPr sz="1575" b="1">
                <a:solidFill>
                  <a:srgbClr val="66D6D1"/>
                </a:solidFill>
                <a:latin typeface="Arial"/>
                <a:ea typeface="Arial"/>
                <a:cs typeface="Arial"/>
              </a:defRPr>
            </a:lvl6pPr>
            <a:lvl7pPr>
              <a:defRPr sz="1575" b="1">
                <a:solidFill>
                  <a:srgbClr val="66D6D1"/>
                </a:solidFill>
                <a:latin typeface="Arial"/>
                <a:ea typeface="Arial"/>
                <a:cs typeface="Arial"/>
              </a:defRPr>
            </a:lvl7pPr>
            <a:lvl8pPr>
              <a:defRPr sz="1575" b="1">
                <a:solidFill>
                  <a:srgbClr val="66D6D1"/>
                </a:solidFill>
                <a:latin typeface="Arial"/>
                <a:ea typeface="Arial"/>
                <a:cs typeface="Arial"/>
              </a:defRPr>
            </a:lvl8pPr>
            <a:lvl9pPr>
              <a:defRPr sz="1575" b="1">
                <a:solidFill>
                  <a:srgbClr val="66D6D1"/>
                </a:solidFill>
                <a:latin typeface="Arial"/>
                <a:ea typeface="Arial"/>
                <a:cs typeface="Arial"/>
              </a:defRPr>
            </a:lvl9pPr>
          </a:lstStyle>
          <a:p xmlns:a="http://schemas.openxmlformats.org/drawingml/2006/main">
            <a:pPr>
              <a:defRPr sz="1575" b="1">
                <a:solidFill>
                  <a:srgbClr val="66D6D1"/>
                </a:solidFill>
                <a:latin typeface="Arial"/>
                <a:ea typeface="Arial"/>
                <a:cs typeface="Arial"/>
              </a:defRPr>
            </a:pPr>
            <a:r>
              <a:rPr sz="1575" b="1">
                <a:solidFill>
                  <a:srgbClr val="66D6D1"/>
                </a:solidFill>
                <a:latin typeface="Arial"/>
                <a:ea typeface="Arial"/>
                <a:cs typeface="Arial"/>
              </a:rPr>
              <a:t>Next: evaluate with labeled data and approved procedures for a defined facility.</a:t>
            </a:r>
          </a:p>
        </p:txBody>
      </p:sp>
    </p:spTree>
    <p:extLst>
      <p:ext uri="{BB962C8B-B14F-4D97-AF65-F5344CB8AC3E}">
        <p14:creationId xmlns:p14="http://schemas.microsoft.com/office/powerpoint/2010/main" val="14501360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2026-10-22T16:34:33.9670000Z</dcterms:created>
  <dcterms:modified xsi:type="dcterms:W3CDTF">2026-10-22T16:34:33.9670000Z</dcterms:modified>
</coreProperties>
</file>